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6" r:id="rId10"/>
    <p:sldId id="267"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6" d="100"/>
          <a:sy n="76" d="100"/>
        </p:scale>
        <p:origin x="62"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4ADBCF-7E94-4F42-8A85-CFF2D5FF1E9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F9F6E6F-196F-4641-B318-176E5B46265E}">
      <dgm:prSet/>
      <dgm:spPr/>
      <dgm:t>
        <a:bodyPr/>
        <a:lstStyle/>
        <a:p>
          <a:r>
            <a:rPr lang="en-US"/>
            <a:t>Previous programming assignments to create front end website interface using HTML and CSS for styles</a:t>
          </a:r>
        </a:p>
      </dgm:t>
    </dgm:pt>
    <dgm:pt modelId="{60390FB9-473C-489B-AFCA-7D1B3E5E2CAD}" type="parTrans" cxnId="{42DC5243-6901-4B0B-AD0B-66AC3B3427FE}">
      <dgm:prSet/>
      <dgm:spPr/>
      <dgm:t>
        <a:bodyPr/>
        <a:lstStyle/>
        <a:p>
          <a:endParaRPr lang="en-US"/>
        </a:p>
      </dgm:t>
    </dgm:pt>
    <dgm:pt modelId="{149DFC1D-9C2D-4199-A2F0-D623BED77385}" type="sibTrans" cxnId="{42DC5243-6901-4B0B-AD0B-66AC3B3427FE}">
      <dgm:prSet/>
      <dgm:spPr/>
      <dgm:t>
        <a:bodyPr/>
        <a:lstStyle/>
        <a:p>
          <a:endParaRPr lang="en-US"/>
        </a:p>
      </dgm:t>
    </dgm:pt>
    <dgm:pt modelId="{D91FFEFF-177A-481D-AB8C-D0B41FA044A1}">
      <dgm:prSet/>
      <dgm:spPr/>
      <dgm:t>
        <a:bodyPr/>
        <a:lstStyle/>
        <a:p>
          <a:r>
            <a:rPr lang="en-US"/>
            <a:t>Previous programming assignments to create MySQL database and retrieve information to display on front end using PHP code</a:t>
          </a:r>
        </a:p>
      </dgm:t>
    </dgm:pt>
    <dgm:pt modelId="{57F92A55-1FA8-49FF-BC82-ACA1EE318492}" type="parTrans" cxnId="{DCABEB1F-2083-4591-BB29-DA9FDA636B24}">
      <dgm:prSet/>
      <dgm:spPr/>
      <dgm:t>
        <a:bodyPr/>
        <a:lstStyle/>
        <a:p>
          <a:endParaRPr lang="en-US"/>
        </a:p>
      </dgm:t>
    </dgm:pt>
    <dgm:pt modelId="{5962DA13-4C69-41F9-914F-2180F0B1F207}" type="sibTrans" cxnId="{DCABEB1F-2083-4591-BB29-DA9FDA636B24}">
      <dgm:prSet/>
      <dgm:spPr/>
      <dgm:t>
        <a:bodyPr/>
        <a:lstStyle/>
        <a:p>
          <a:endParaRPr lang="en-US"/>
        </a:p>
      </dgm:t>
    </dgm:pt>
    <dgm:pt modelId="{3468AF04-DC2D-4CA5-A5FB-FBBF5C3B3A53}">
      <dgm:prSet/>
      <dgm:spPr/>
      <dgm:t>
        <a:bodyPr/>
        <a:lstStyle/>
        <a:p>
          <a:r>
            <a:rPr lang="en-US"/>
            <a:t>Research into existing and relevant libraries and APIs to use to accomplish my goals</a:t>
          </a:r>
        </a:p>
      </dgm:t>
    </dgm:pt>
    <dgm:pt modelId="{0FFAE10A-EDAE-435E-9F56-8B4D5A0F14EC}" type="parTrans" cxnId="{912E15F4-1046-4C0C-B72E-B7DD3AA483E9}">
      <dgm:prSet/>
      <dgm:spPr/>
      <dgm:t>
        <a:bodyPr/>
        <a:lstStyle/>
        <a:p>
          <a:endParaRPr lang="en-US"/>
        </a:p>
      </dgm:t>
    </dgm:pt>
    <dgm:pt modelId="{889B944A-6C34-4C85-B2FE-F9F95D444CA4}" type="sibTrans" cxnId="{912E15F4-1046-4C0C-B72E-B7DD3AA483E9}">
      <dgm:prSet/>
      <dgm:spPr/>
      <dgm:t>
        <a:bodyPr/>
        <a:lstStyle/>
        <a:p>
          <a:endParaRPr lang="en-US"/>
        </a:p>
      </dgm:t>
    </dgm:pt>
    <dgm:pt modelId="{2DB2820D-AF87-4682-AEDB-B58C380EA113}">
      <dgm:prSet/>
      <dgm:spPr/>
      <dgm:t>
        <a:bodyPr/>
        <a:lstStyle/>
        <a:p>
          <a:r>
            <a:rPr lang="en-US"/>
            <a:t>Research how React library works to render html page and how it updates</a:t>
          </a:r>
        </a:p>
      </dgm:t>
    </dgm:pt>
    <dgm:pt modelId="{E11B4805-024A-46B0-B3E7-2C20AA1384DE}" type="parTrans" cxnId="{A3FE33FC-9E05-4DC6-A38C-2E66D363D0BF}">
      <dgm:prSet/>
      <dgm:spPr/>
      <dgm:t>
        <a:bodyPr/>
        <a:lstStyle/>
        <a:p>
          <a:endParaRPr lang="en-US"/>
        </a:p>
      </dgm:t>
    </dgm:pt>
    <dgm:pt modelId="{1B3D85D9-64E0-4B1B-BCFC-D5910C9E8E84}" type="sibTrans" cxnId="{A3FE33FC-9E05-4DC6-A38C-2E66D363D0BF}">
      <dgm:prSet/>
      <dgm:spPr/>
      <dgm:t>
        <a:bodyPr/>
        <a:lstStyle/>
        <a:p>
          <a:endParaRPr lang="en-US"/>
        </a:p>
      </dgm:t>
    </dgm:pt>
    <dgm:pt modelId="{A1ED646B-C9ED-433E-BD72-F29C9F537C5C}">
      <dgm:prSet/>
      <dgm:spPr/>
      <dgm:t>
        <a:bodyPr/>
        <a:lstStyle/>
        <a:p>
          <a:r>
            <a:rPr lang="en-US"/>
            <a:t>Research how to use javascript to create server and APIs that could connect it to react front end</a:t>
          </a:r>
        </a:p>
      </dgm:t>
    </dgm:pt>
    <dgm:pt modelId="{A524BD3A-672B-47D9-8317-C4AB29676296}" type="parTrans" cxnId="{BABE913D-58D6-4FF2-9597-6D3149D26441}">
      <dgm:prSet/>
      <dgm:spPr/>
      <dgm:t>
        <a:bodyPr/>
        <a:lstStyle/>
        <a:p>
          <a:endParaRPr lang="en-US"/>
        </a:p>
      </dgm:t>
    </dgm:pt>
    <dgm:pt modelId="{391998E2-EBA2-4B60-93D3-788FFC8576B7}" type="sibTrans" cxnId="{BABE913D-58D6-4FF2-9597-6D3149D26441}">
      <dgm:prSet/>
      <dgm:spPr/>
      <dgm:t>
        <a:bodyPr/>
        <a:lstStyle/>
        <a:p>
          <a:endParaRPr lang="en-US"/>
        </a:p>
      </dgm:t>
    </dgm:pt>
    <dgm:pt modelId="{E751FB05-D2C6-4F7E-8BFF-5A24350AB776}">
      <dgm:prSet/>
      <dgm:spPr/>
      <dgm:t>
        <a:bodyPr/>
        <a:lstStyle/>
        <a:p>
          <a:r>
            <a:rPr lang="en-US"/>
            <a:t>Research how to use unity development environment with C# to create a game </a:t>
          </a:r>
        </a:p>
      </dgm:t>
    </dgm:pt>
    <dgm:pt modelId="{1962FE1D-0DC9-4CCF-86DD-76178FC4F51F}" type="parTrans" cxnId="{CBF17596-3896-42F5-8AEA-D8FBEB9C2809}">
      <dgm:prSet/>
      <dgm:spPr/>
      <dgm:t>
        <a:bodyPr/>
        <a:lstStyle/>
        <a:p>
          <a:endParaRPr lang="en-US"/>
        </a:p>
      </dgm:t>
    </dgm:pt>
    <dgm:pt modelId="{8C7C14AE-03B8-425C-9223-884F3E8E5E87}" type="sibTrans" cxnId="{CBF17596-3896-42F5-8AEA-D8FBEB9C2809}">
      <dgm:prSet/>
      <dgm:spPr/>
      <dgm:t>
        <a:bodyPr/>
        <a:lstStyle/>
        <a:p>
          <a:endParaRPr lang="en-US"/>
        </a:p>
      </dgm:t>
    </dgm:pt>
    <dgm:pt modelId="{83679C65-32BD-41EA-B145-2082BA7782F0}" type="pres">
      <dgm:prSet presAssocID="{FB4ADBCF-7E94-4F42-8A85-CFF2D5FF1E96}" presName="linear" presStyleCnt="0">
        <dgm:presLayoutVars>
          <dgm:animLvl val="lvl"/>
          <dgm:resizeHandles val="exact"/>
        </dgm:presLayoutVars>
      </dgm:prSet>
      <dgm:spPr/>
    </dgm:pt>
    <dgm:pt modelId="{97DE557F-73A0-4717-8CFC-6AB3B0DDC212}" type="pres">
      <dgm:prSet presAssocID="{DF9F6E6F-196F-4641-B318-176E5B46265E}" presName="parentText" presStyleLbl="node1" presStyleIdx="0" presStyleCnt="6">
        <dgm:presLayoutVars>
          <dgm:chMax val="0"/>
          <dgm:bulletEnabled val="1"/>
        </dgm:presLayoutVars>
      </dgm:prSet>
      <dgm:spPr/>
    </dgm:pt>
    <dgm:pt modelId="{675DDDB6-E0A8-48DE-B5C3-2C9CEBFF7C5F}" type="pres">
      <dgm:prSet presAssocID="{149DFC1D-9C2D-4199-A2F0-D623BED77385}" presName="spacer" presStyleCnt="0"/>
      <dgm:spPr/>
    </dgm:pt>
    <dgm:pt modelId="{C816F802-D9FB-4C3B-904A-7F50F97D2DB3}" type="pres">
      <dgm:prSet presAssocID="{D91FFEFF-177A-481D-AB8C-D0B41FA044A1}" presName="parentText" presStyleLbl="node1" presStyleIdx="1" presStyleCnt="6">
        <dgm:presLayoutVars>
          <dgm:chMax val="0"/>
          <dgm:bulletEnabled val="1"/>
        </dgm:presLayoutVars>
      </dgm:prSet>
      <dgm:spPr/>
    </dgm:pt>
    <dgm:pt modelId="{76C2160C-FF1A-46C1-83E2-3DB59229ADE4}" type="pres">
      <dgm:prSet presAssocID="{5962DA13-4C69-41F9-914F-2180F0B1F207}" presName="spacer" presStyleCnt="0"/>
      <dgm:spPr/>
    </dgm:pt>
    <dgm:pt modelId="{2911192C-387D-4A20-A292-DBBFDF5953FE}" type="pres">
      <dgm:prSet presAssocID="{3468AF04-DC2D-4CA5-A5FB-FBBF5C3B3A53}" presName="parentText" presStyleLbl="node1" presStyleIdx="2" presStyleCnt="6">
        <dgm:presLayoutVars>
          <dgm:chMax val="0"/>
          <dgm:bulletEnabled val="1"/>
        </dgm:presLayoutVars>
      </dgm:prSet>
      <dgm:spPr/>
    </dgm:pt>
    <dgm:pt modelId="{2C488710-7B66-4861-BB9D-8F1FF648CE30}" type="pres">
      <dgm:prSet presAssocID="{889B944A-6C34-4C85-B2FE-F9F95D444CA4}" presName="spacer" presStyleCnt="0"/>
      <dgm:spPr/>
    </dgm:pt>
    <dgm:pt modelId="{488F1078-B0E2-4EC4-8EF7-DD03C49A5435}" type="pres">
      <dgm:prSet presAssocID="{2DB2820D-AF87-4682-AEDB-B58C380EA113}" presName="parentText" presStyleLbl="node1" presStyleIdx="3" presStyleCnt="6">
        <dgm:presLayoutVars>
          <dgm:chMax val="0"/>
          <dgm:bulletEnabled val="1"/>
        </dgm:presLayoutVars>
      </dgm:prSet>
      <dgm:spPr/>
    </dgm:pt>
    <dgm:pt modelId="{BECBD9A8-E394-4B32-8203-55D0A1732147}" type="pres">
      <dgm:prSet presAssocID="{1B3D85D9-64E0-4B1B-BCFC-D5910C9E8E84}" presName="spacer" presStyleCnt="0"/>
      <dgm:spPr/>
    </dgm:pt>
    <dgm:pt modelId="{2D1D16D2-B314-417B-9469-456429C5C449}" type="pres">
      <dgm:prSet presAssocID="{A1ED646B-C9ED-433E-BD72-F29C9F537C5C}" presName="parentText" presStyleLbl="node1" presStyleIdx="4" presStyleCnt="6">
        <dgm:presLayoutVars>
          <dgm:chMax val="0"/>
          <dgm:bulletEnabled val="1"/>
        </dgm:presLayoutVars>
      </dgm:prSet>
      <dgm:spPr/>
    </dgm:pt>
    <dgm:pt modelId="{C7B937F8-AF0F-407C-ACC8-DBCC77DF706C}" type="pres">
      <dgm:prSet presAssocID="{391998E2-EBA2-4B60-93D3-788FFC8576B7}" presName="spacer" presStyleCnt="0"/>
      <dgm:spPr/>
    </dgm:pt>
    <dgm:pt modelId="{1BCAE6D0-DB8C-4E62-98B3-FBF2444A9891}" type="pres">
      <dgm:prSet presAssocID="{E751FB05-D2C6-4F7E-8BFF-5A24350AB776}" presName="parentText" presStyleLbl="node1" presStyleIdx="5" presStyleCnt="6">
        <dgm:presLayoutVars>
          <dgm:chMax val="0"/>
          <dgm:bulletEnabled val="1"/>
        </dgm:presLayoutVars>
      </dgm:prSet>
      <dgm:spPr/>
    </dgm:pt>
  </dgm:ptLst>
  <dgm:cxnLst>
    <dgm:cxn modelId="{DCABEB1F-2083-4591-BB29-DA9FDA636B24}" srcId="{FB4ADBCF-7E94-4F42-8A85-CFF2D5FF1E96}" destId="{D91FFEFF-177A-481D-AB8C-D0B41FA044A1}" srcOrd="1" destOrd="0" parTransId="{57F92A55-1FA8-49FF-BC82-ACA1EE318492}" sibTransId="{5962DA13-4C69-41F9-914F-2180F0B1F207}"/>
    <dgm:cxn modelId="{FCD25C2A-D96C-46D7-8319-B4423CBCE27E}" type="presOf" srcId="{FB4ADBCF-7E94-4F42-8A85-CFF2D5FF1E96}" destId="{83679C65-32BD-41EA-B145-2082BA7782F0}" srcOrd="0" destOrd="0" presId="urn:microsoft.com/office/officeart/2005/8/layout/vList2"/>
    <dgm:cxn modelId="{43CC7B2D-0CCD-4E8D-8CBF-61FE55DCF0F7}" type="presOf" srcId="{D91FFEFF-177A-481D-AB8C-D0B41FA044A1}" destId="{C816F802-D9FB-4C3B-904A-7F50F97D2DB3}" srcOrd="0" destOrd="0" presId="urn:microsoft.com/office/officeart/2005/8/layout/vList2"/>
    <dgm:cxn modelId="{69ECBC2F-5C69-4405-B7CA-117B3DE6B3DE}" type="presOf" srcId="{3468AF04-DC2D-4CA5-A5FB-FBBF5C3B3A53}" destId="{2911192C-387D-4A20-A292-DBBFDF5953FE}" srcOrd="0" destOrd="0" presId="urn:microsoft.com/office/officeart/2005/8/layout/vList2"/>
    <dgm:cxn modelId="{DF6DAA31-45FD-4C68-BD4F-3E62D430C29B}" type="presOf" srcId="{DF9F6E6F-196F-4641-B318-176E5B46265E}" destId="{97DE557F-73A0-4717-8CFC-6AB3B0DDC212}" srcOrd="0" destOrd="0" presId="urn:microsoft.com/office/officeart/2005/8/layout/vList2"/>
    <dgm:cxn modelId="{BABE913D-58D6-4FF2-9597-6D3149D26441}" srcId="{FB4ADBCF-7E94-4F42-8A85-CFF2D5FF1E96}" destId="{A1ED646B-C9ED-433E-BD72-F29C9F537C5C}" srcOrd="4" destOrd="0" parTransId="{A524BD3A-672B-47D9-8317-C4AB29676296}" sibTransId="{391998E2-EBA2-4B60-93D3-788FFC8576B7}"/>
    <dgm:cxn modelId="{DE08AB41-7DDE-47D5-95A2-BB166FCB4ACD}" type="presOf" srcId="{2DB2820D-AF87-4682-AEDB-B58C380EA113}" destId="{488F1078-B0E2-4EC4-8EF7-DD03C49A5435}" srcOrd="0" destOrd="0" presId="urn:microsoft.com/office/officeart/2005/8/layout/vList2"/>
    <dgm:cxn modelId="{42DC5243-6901-4B0B-AD0B-66AC3B3427FE}" srcId="{FB4ADBCF-7E94-4F42-8A85-CFF2D5FF1E96}" destId="{DF9F6E6F-196F-4641-B318-176E5B46265E}" srcOrd="0" destOrd="0" parTransId="{60390FB9-473C-489B-AFCA-7D1B3E5E2CAD}" sibTransId="{149DFC1D-9C2D-4199-A2F0-D623BED77385}"/>
    <dgm:cxn modelId="{66084D91-D588-482F-AC85-CB32C26FD84C}" type="presOf" srcId="{E751FB05-D2C6-4F7E-8BFF-5A24350AB776}" destId="{1BCAE6D0-DB8C-4E62-98B3-FBF2444A9891}" srcOrd="0" destOrd="0" presId="urn:microsoft.com/office/officeart/2005/8/layout/vList2"/>
    <dgm:cxn modelId="{CBF17596-3896-42F5-8AEA-D8FBEB9C2809}" srcId="{FB4ADBCF-7E94-4F42-8A85-CFF2D5FF1E96}" destId="{E751FB05-D2C6-4F7E-8BFF-5A24350AB776}" srcOrd="5" destOrd="0" parTransId="{1962FE1D-0DC9-4CCF-86DD-76178FC4F51F}" sibTransId="{8C7C14AE-03B8-425C-9223-884F3E8E5E87}"/>
    <dgm:cxn modelId="{F40A67E8-23B5-4605-97D5-5589DD4B5795}" type="presOf" srcId="{A1ED646B-C9ED-433E-BD72-F29C9F537C5C}" destId="{2D1D16D2-B314-417B-9469-456429C5C449}" srcOrd="0" destOrd="0" presId="urn:microsoft.com/office/officeart/2005/8/layout/vList2"/>
    <dgm:cxn modelId="{912E15F4-1046-4C0C-B72E-B7DD3AA483E9}" srcId="{FB4ADBCF-7E94-4F42-8A85-CFF2D5FF1E96}" destId="{3468AF04-DC2D-4CA5-A5FB-FBBF5C3B3A53}" srcOrd="2" destOrd="0" parTransId="{0FFAE10A-EDAE-435E-9F56-8B4D5A0F14EC}" sibTransId="{889B944A-6C34-4C85-B2FE-F9F95D444CA4}"/>
    <dgm:cxn modelId="{A3FE33FC-9E05-4DC6-A38C-2E66D363D0BF}" srcId="{FB4ADBCF-7E94-4F42-8A85-CFF2D5FF1E96}" destId="{2DB2820D-AF87-4682-AEDB-B58C380EA113}" srcOrd="3" destOrd="0" parTransId="{E11B4805-024A-46B0-B3E7-2C20AA1384DE}" sibTransId="{1B3D85D9-64E0-4B1B-BCFC-D5910C9E8E84}"/>
    <dgm:cxn modelId="{F7F6B978-C65A-4160-B341-DC194BE731DF}" type="presParOf" srcId="{83679C65-32BD-41EA-B145-2082BA7782F0}" destId="{97DE557F-73A0-4717-8CFC-6AB3B0DDC212}" srcOrd="0" destOrd="0" presId="urn:microsoft.com/office/officeart/2005/8/layout/vList2"/>
    <dgm:cxn modelId="{52058B02-6065-4CB0-967B-2961B16C2D58}" type="presParOf" srcId="{83679C65-32BD-41EA-B145-2082BA7782F0}" destId="{675DDDB6-E0A8-48DE-B5C3-2C9CEBFF7C5F}" srcOrd="1" destOrd="0" presId="urn:microsoft.com/office/officeart/2005/8/layout/vList2"/>
    <dgm:cxn modelId="{A28A5957-6486-4230-B9F8-2B3E52BF4034}" type="presParOf" srcId="{83679C65-32BD-41EA-B145-2082BA7782F0}" destId="{C816F802-D9FB-4C3B-904A-7F50F97D2DB3}" srcOrd="2" destOrd="0" presId="urn:microsoft.com/office/officeart/2005/8/layout/vList2"/>
    <dgm:cxn modelId="{7B5FDBFC-646C-4E37-994D-0CFE0798AA19}" type="presParOf" srcId="{83679C65-32BD-41EA-B145-2082BA7782F0}" destId="{76C2160C-FF1A-46C1-83E2-3DB59229ADE4}" srcOrd="3" destOrd="0" presId="urn:microsoft.com/office/officeart/2005/8/layout/vList2"/>
    <dgm:cxn modelId="{B8F495B4-785F-46EB-BCBA-8507823E59E9}" type="presParOf" srcId="{83679C65-32BD-41EA-B145-2082BA7782F0}" destId="{2911192C-387D-4A20-A292-DBBFDF5953FE}" srcOrd="4" destOrd="0" presId="urn:microsoft.com/office/officeart/2005/8/layout/vList2"/>
    <dgm:cxn modelId="{45FC7B86-E1A3-4F17-B2CD-4A0369DA3EAF}" type="presParOf" srcId="{83679C65-32BD-41EA-B145-2082BA7782F0}" destId="{2C488710-7B66-4861-BB9D-8F1FF648CE30}" srcOrd="5" destOrd="0" presId="urn:microsoft.com/office/officeart/2005/8/layout/vList2"/>
    <dgm:cxn modelId="{CC35BDF2-8F8D-4668-AECA-A1B5322A8D0F}" type="presParOf" srcId="{83679C65-32BD-41EA-B145-2082BA7782F0}" destId="{488F1078-B0E2-4EC4-8EF7-DD03C49A5435}" srcOrd="6" destOrd="0" presId="urn:microsoft.com/office/officeart/2005/8/layout/vList2"/>
    <dgm:cxn modelId="{9AE2BB59-5F7A-4DAB-9CBE-FCD7E0732F83}" type="presParOf" srcId="{83679C65-32BD-41EA-B145-2082BA7782F0}" destId="{BECBD9A8-E394-4B32-8203-55D0A1732147}" srcOrd="7" destOrd="0" presId="urn:microsoft.com/office/officeart/2005/8/layout/vList2"/>
    <dgm:cxn modelId="{6239589A-DBA2-4E45-8FA9-0302101DE03A}" type="presParOf" srcId="{83679C65-32BD-41EA-B145-2082BA7782F0}" destId="{2D1D16D2-B314-417B-9469-456429C5C449}" srcOrd="8" destOrd="0" presId="urn:microsoft.com/office/officeart/2005/8/layout/vList2"/>
    <dgm:cxn modelId="{DE60E446-28A3-4560-AEA5-53D00EDCA5CA}" type="presParOf" srcId="{83679C65-32BD-41EA-B145-2082BA7782F0}" destId="{C7B937F8-AF0F-407C-ACC8-DBCC77DF706C}" srcOrd="9" destOrd="0" presId="urn:microsoft.com/office/officeart/2005/8/layout/vList2"/>
    <dgm:cxn modelId="{DA3FF1F7-3A72-4133-A9F4-57CB802BCDE4}" type="presParOf" srcId="{83679C65-32BD-41EA-B145-2082BA7782F0}" destId="{1BCAE6D0-DB8C-4E62-98B3-FBF2444A9891}"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25F351E-9AC5-465E-B1AE-D7075F34405E}"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30FA1607-346A-43F7-856E-4FC036955603}">
      <dgm:prSet/>
      <dgm:spPr/>
      <dgm:t>
        <a:bodyPr/>
        <a:lstStyle/>
        <a:p>
          <a:pPr>
            <a:lnSpc>
              <a:spcPct val="100000"/>
            </a:lnSpc>
          </a:pPr>
          <a:r>
            <a:rPr lang="en-US"/>
            <a:t>Login &amp; Sign-Up page</a:t>
          </a:r>
        </a:p>
      </dgm:t>
    </dgm:pt>
    <dgm:pt modelId="{980C6862-07B3-4CA7-8954-75D56B2686E1}" type="parTrans" cxnId="{8C803FF7-A8FC-442D-B450-532D30BAF822}">
      <dgm:prSet/>
      <dgm:spPr/>
      <dgm:t>
        <a:bodyPr/>
        <a:lstStyle/>
        <a:p>
          <a:endParaRPr lang="en-US"/>
        </a:p>
      </dgm:t>
    </dgm:pt>
    <dgm:pt modelId="{87B5D867-0F61-4AA8-9F1E-48C594F556F1}" type="sibTrans" cxnId="{8C803FF7-A8FC-442D-B450-532D30BAF822}">
      <dgm:prSet/>
      <dgm:spPr/>
      <dgm:t>
        <a:bodyPr/>
        <a:lstStyle/>
        <a:p>
          <a:pPr>
            <a:lnSpc>
              <a:spcPct val="100000"/>
            </a:lnSpc>
          </a:pPr>
          <a:endParaRPr lang="en-US"/>
        </a:p>
      </dgm:t>
    </dgm:pt>
    <dgm:pt modelId="{B503CD13-003F-4B84-AD59-E3636C4D5AF5}">
      <dgm:prSet/>
      <dgm:spPr/>
      <dgm:t>
        <a:bodyPr/>
        <a:lstStyle/>
        <a:p>
          <a:pPr>
            <a:lnSpc>
              <a:spcPct val="100000"/>
            </a:lnSpc>
          </a:pPr>
          <a:r>
            <a:rPr lang="en-US"/>
            <a:t>Progress and Levels</a:t>
          </a:r>
        </a:p>
      </dgm:t>
    </dgm:pt>
    <dgm:pt modelId="{E8B08775-4A44-4433-855B-337612F9B64E}" type="parTrans" cxnId="{388AA9F3-A7C9-414A-B418-F72F6A615764}">
      <dgm:prSet/>
      <dgm:spPr/>
      <dgm:t>
        <a:bodyPr/>
        <a:lstStyle/>
        <a:p>
          <a:endParaRPr lang="en-US"/>
        </a:p>
      </dgm:t>
    </dgm:pt>
    <dgm:pt modelId="{013FCD8D-1891-4F84-B4C5-B89E94441BDF}" type="sibTrans" cxnId="{388AA9F3-A7C9-414A-B418-F72F6A615764}">
      <dgm:prSet/>
      <dgm:spPr/>
      <dgm:t>
        <a:bodyPr/>
        <a:lstStyle/>
        <a:p>
          <a:pPr>
            <a:lnSpc>
              <a:spcPct val="100000"/>
            </a:lnSpc>
          </a:pPr>
          <a:endParaRPr lang="en-US"/>
        </a:p>
      </dgm:t>
    </dgm:pt>
    <dgm:pt modelId="{3E989CAB-659C-42D4-A20F-11E4E9C07174}">
      <dgm:prSet/>
      <dgm:spPr/>
      <dgm:t>
        <a:bodyPr/>
        <a:lstStyle/>
        <a:p>
          <a:pPr>
            <a:lnSpc>
              <a:spcPct val="100000"/>
            </a:lnSpc>
          </a:pPr>
          <a:r>
            <a:rPr lang="en-US"/>
            <a:t>Customized Learning</a:t>
          </a:r>
        </a:p>
      </dgm:t>
    </dgm:pt>
    <dgm:pt modelId="{FE96665D-C38C-41BC-AC96-965016234416}" type="parTrans" cxnId="{DFBE9D5B-06A2-424E-9EBA-D507EAADA598}">
      <dgm:prSet/>
      <dgm:spPr/>
      <dgm:t>
        <a:bodyPr/>
        <a:lstStyle/>
        <a:p>
          <a:endParaRPr lang="en-US"/>
        </a:p>
      </dgm:t>
    </dgm:pt>
    <dgm:pt modelId="{0EFA56BF-3F8B-477C-9F5D-EDB5BBC69A53}" type="sibTrans" cxnId="{DFBE9D5B-06A2-424E-9EBA-D507EAADA598}">
      <dgm:prSet/>
      <dgm:spPr/>
      <dgm:t>
        <a:bodyPr/>
        <a:lstStyle/>
        <a:p>
          <a:pPr>
            <a:lnSpc>
              <a:spcPct val="100000"/>
            </a:lnSpc>
          </a:pPr>
          <a:endParaRPr lang="en-US"/>
        </a:p>
      </dgm:t>
    </dgm:pt>
    <dgm:pt modelId="{E8DEA269-6548-4069-A4DC-AB79FA427663}">
      <dgm:prSet/>
      <dgm:spPr/>
      <dgm:t>
        <a:bodyPr/>
        <a:lstStyle/>
        <a:p>
          <a:pPr>
            <a:lnSpc>
              <a:spcPct val="100000"/>
            </a:lnSpc>
          </a:pPr>
          <a:r>
            <a:rPr lang="en-US"/>
            <a:t>Learning Modes</a:t>
          </a:r>
        </a:p>
      </dgm:t>
    </dgm:pt>
    <dgm:pt modelId="{E8453C0C-4D55-4FA8-AD09-996B902FAD92}" type="parTrans" cxnId="{E08537D6-5143-4B54-9C4A-68AAE197EB8E}">
      <dgm:prSet/>
      <dgm:spPr/>
      <dgm:t>
        <a:bodyPr/>
        <a:lstStyle/>
        <a:p>
          <a:endParaRPr lang="en-US"/>
        </a:p>
      </dgm:t>
    </dgm:pt>
    <dgm:pt modelId="{339166A1-AEF5-4867-AA02-5C25B12F0C58}" type="sibTrans" cxnId="{E08537D6-5143-4B54-9C4A-68AAE197EB8E}">
      <dgm:prSet/>
      <dgm:spPr/>
      <dgm:t>
        <a:bodyPr/>
        <a:lstStyle/>
        <a:p>
          <a:pPr>
            <a:lnSpc>
              <a:spcPct val="100000"/>
            </a:lnSpc>
          </a:pPr>
          <a:endParaRPr lang="en-US"/>
        </a:p>
      </dgm:t>
    </dgm:pt>
    <dgm:pt modelId="{B3DF74B9-7C31-4BB4-8D6B-60B9BA7D981D}">
      <dgm:prSet/>
      <dgm:spPr/>
      <dgm:t>
        <a:bodyPr/>
        <a:lstStyle/>
        <a:p>
          <a:pPr>
            <a:lnSpc>
              <a:spcPct val="100000"/>
            </a:lnSpc>
          </a:pPr>
          <a:r>
            <a:rPr lang="en-US"/>
            <a:t>Saved User Scores &amp; Question Difficulty</a:t>
          </a:r>
        </a:p>
      </dgm:t>
    </dgm:pt>
    <dgm:pt modelId="{BA61906C-B04C-4EA5-AB18-5176938FD72C}" type="parTrans" cxnId="{1BC82148-1EA1-400C-AE68-3685EF364D7B}">
      <dgm:prSet/>
      <dgm:spPr/>
      <dgm:t>
        <a:bodyPr/>
        <a:lstStyle/>
        <a:p>
          <a:endParaRPr lang="en-US"/>
        </a:p>
      </dgm:t>
    </dgm:pt>
    <dgm:pt modelId="{05059379-96ED-4F5C-BD5F-4D0FE36CE18F}" type="sibTrans" cxnId="{1BC82148-1EA1-400C-AE68-3685EF364D7B}">
      <dgm:prSet/>
      <dgm:spPr/>
      <dgm:t>
        <a:bodyPr/>
        <a:lstStyle/>
        <a:p>
          <a:pPr>
            <a:lnSpc>
              <a:spcPct val="100000"/>
            </a:lnSpc>
          </a:pPr>
          <a:endParaRPr lang="en-US"/>
        </a:p>
      </dgm:t>
    </dgm:pt>
    <dgm:pt modelId="{BBE90E85-2C23-4D0B-8AF9-94760AEA695F}">
      <dgm:prSet/>
      <dgm:spPr/>
      <dgm:t>
        <a:bodyPr/>
        <a:lstStyle/>
        <a:p>
          <a:pPr>
            <a:lnSpc>
              <a:spcPct val="100000"/>
            </a:lnSpc>
          </a:pPr>
          <a:r>
            <a:rPr lang="en-US"/>
            <a:t>Game </a:t>
          </a:r>
        </a:p>
      </dgm:t>
    </dgm:pt>
    <dgm:pt modelId="{BA9AF175-A8DD-4683-A06A-D6E6473E2317}" type="parTrans" cxnId="{48C546C5-24AB-416C-BC95-A9BE088BF703}">
      <dgm:prSet/>
      <dgm:spPr/>
      <dgm:t>
        <a:bodyPr/>
        <a:lstStyle/>
        <a:p>
          <a:endParaRPr lang="en-US"/>
        </a:p>
      </dgm:t>
    </dgm:pt>
    <dgm:pt modelId="{27755087-B12C-4E90-84DA-9AC43E440E5A}" type="sibTrans" cxnId="{48C546C5-24AB-416C-BC95-A9BE088BF703}">
      <dgm:prSet/>
      <dgm:spPr/>
      <dgm:t>
        <a:bodyPr/>
        <a:lstStyle/>
        <a:p>
          <a:pPr>
            <a:lnSpc>
              <a:spcPct val="100000"/>
            </a:lnSpc>
          </a:pPr>
          <a:endParaRPr lang="en-US"/>
        </a:p>
      </dgm:t>
    </dgm:pt>
    <dgm:pt modelId="{9713ED26-1AE1-4AF2-B3DA-D8115F8F04D6}">
      <dgm:prSet/>
      <dgm:spPr/>
      <dgm:t>
        <a:bodyPr/>
        <a:lstStyle/>
        <a:p>
          <a:pPr>
            <a:lnSpc>
              <a:spcPct val="100000"/>
            </a:lnSpc>
          </a:pPr>
          <a:r>
            <a:rPr lang="en-US"/>
            <a:t>Chat between users</a:t>
          </a:r>
        </a:p>
      </dgm:t>
    </dgm:pt>
    <dgm:pt modelId="{5D89812E-1C17-46ED-97E5-7121A8A29996}" type="parTrans" cxnId="{12C6DEF9-A870-4B41-98D3-73A52D96B4B4}">
      <dgm:prSet/>
      <dgm:spPr/>
      <dgm:t>
        <a:bodyPr/>
        <a:lstStyle/>
        <a:p>
          <a:endParaRPr lang="en-US"/>
        </a:p>
      </dgm:t>
    </dgm:pt>
    <dgm:pt modelId="{5426CCA8-666F-476C-B250-EFFA05835572}" type="sibTrans" cxnId="{12C6DEF9-A870-4B41-98D3-73A52D96B4B4}">
      <dgm:prSet/>
      <dgm:spPr/>
      <dgm:t>
        <a:bodyPr/>
        <a:lstStyle/>
        <a:p>
          <a:pPr>
            <a:lnSpc>
              <a:spcPct val="100000"/>
            </a:lnSpc>
          </a:pPr>
          <a:endParaRPr lang="en-US"/>
        </a:p>
      </dgm:t>
    </dgm:pt>
    <dgm:pt modelId="{52DB0FB7-A841-44F2-8594-49F4EF018FE2}">
      <dgm:prSet/>
      <dgm:spPr/>
      <dgm:t>
        <a:bodyPr/>
        <a:lstStyle/>
        <a:p>
          <a:pPr>
            <a:lnSpc>
              <a:spcPct val="100000"/>
            </a:lnSpc>
          </a:pPr>
          <a:r>
            <a:rPr lang="en-US"/>
            <a:t>Security </a:t>
          </a:r>
        </a:p>
      </dgm:t>
    </dgm:pt>
    <dgm:pt modelId="{8D74EDAE-5551-459E-A72D-D4C505CF0BD3}" type="parTrans" cxnId="{24AC99AB-2B6C-451F-B488-8DC0907D5569}">
      <dgm:prSet/>
      <dgm:spPr/>
      <dgm:t>
        <a:bodyPr/>
        <a:lstStyle/>
        <a:p>
          <a:endParaRPr lang="en-US"/>
        </a:p>
      </dgm:t>
    </dgm:pt>
    <dgm:pt modelId="{5113EE33-429F-4B5C-B500-4AD8E987B0F0}" type="sibTrans" cxnId="{24AC99AB-2B6C-451F-B488-8DC0907D5569}">
      <dgm:prSet/>
      <dgm:spPr/>
      <dgm:t>
        <a:bodyPr/>
        <a:lstStyle/>
        <a:p>
          <a:endParaRPr lang="en-US"/>
        </a:p>
      </dgm:t>
    </dgm:pt>
    <dgm:pt modelId="{F05C1729-5BD7-4A3E-A277-C5414AA15AF8}" type="pres">
      <dgm:prSet presAssocID="{F25F351E-9AC5-465E-B1AE-D7075F34405E}" presName="root" presStyleCnt="0">
        <dgm:presLayoutVars>
          <dgm:dir/>
          <dgm:resizeHandles val="exact"/>
        </dgm:presLayoutVars>
      </dgm:prSet>
      <dgm:spPr/>
    </dgm:pt>
    <dgm:pt modelId="{9611462A-1D16-445F-96E0-7643EB08C8D8}" type="pres">
      <dgm:prSet presAssocID="{F25F351E-9AC5-465E-B1AE-D7075F34405E}" presName="container" presStyleCnt="0">
        <dgm:presLayoutVars>
          <dgm:dir/>
          <dgm:resizeHandles val="exact"/>
        </dgm:presLayoutVars>
      </dgm:prSet>
      <dgm:spPr/>
    </dgm:pt>
    <dgm:pt modelId="{812E16CC-F5D1-43AA-8F0F-3B9CAFA63FBE}" type="pres">
      <dgm:prSet presAssocID="{30FA1607-346A-43F7-856E-4FC036955603}" presName="compNode" presStyleCnt="0"/>
      <dgm:spPr/>
    </dgm:pt>
    <dgm:pt modelId="{71390963-7E49-437D-9F2A-793493A5C173}" type="pres">
      <dgm:prSet presAssocID="{30FA1607-346A-43F7-856E-4FC036955603}" presName="iconBgRect" presStyleLbl="bgShp" presStyleIdx="0" presStyleCnt="8"/>
      <dgm:spPr/>
    </dgm:pt>
    <dgm:pt modelId="{4DC53739-7E90-4164-8BD3-9CB1DA3D3585}" type="pres">
      <dgm:prSet presAssocID="{30FA1607-346A-43F7-856E-4FC036955603}" presName="iconRect" presStyleLbl="node1" presStyleIdx="0"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agnifying glass"/>
        </a:ext>
      </dgm:extLst>
    </dgm:pt>
    <dgm:pt modelId="{7F1E548F-BD85-4040-A181-070E1F96B1BB}" type="pres">
      <dgm:prSet presAssocID="{30FA1607-346A-43F7-856E-4FC036955603}" presName="spaceRect" presStyleCnt="0"/>
      <dgm:spPr/>
    </dgm:pt>
    <dgm:pt modelId="{0BE8F08D-2C26-4718-A616-73FA5D529663}" type="pres">
      <dgm:prSet presAssocID="{30FA1607-346A-43F7-856E-4FC036955603}" presName="textRect" presStyleLbl="revTx" presStyleIdx="0" presStyleCnt="8">
        <dgm:presLayoutVars>
          <dgm:chMax val="1"/>
          <dgm:chPref val="1"/>
        </dgm:presLayoutVars>
      </dgm:prSet>
      <dgm:spPr/>
    </dgm:pt>
    <dgm:pt modelId="{B466EAAC-41C8-484C-A709-A6592BE5C9CA}" type="pres">
      <dgm:prSet presAssocID="{87B5D867-0F61-4AA8-9F1E-48C594F556F1}" presName="sibTrans" presStyleLbl="sibTrans2D1" presStyleIdx="0" presStyleCnt="0"/>
      <dgm:spPr/>
    </dgm:pt>
    <dgm:pt modelId="{97C805BD-0EC0-4C64-9772-D5D557A25F73}" type="pres">
      <dgm:prSet presAssocID="{B503CD13-003F-4B84-AD59-E3636C4D5AF5}" presName="compNode" presStyleCnt="0"/>
      <dgm:spPr/>
    </dgm:pt>
    <dgm:pt modelId="{0E1DA747-0C67-4326-A14C-257F819B8F0B}" type="pres">
      <dgm:prSet presAssocID="{B503CD13-003F-4B84-AD59-E3636C4D5AF5}" presName="iconBgRect" presStyleLbl="bgShp" presStyleIdx="1" presStyleCnt="8"/>
      <dgm:spPr/>
    </dgm:pt>
    <dgm:pt modelId="{8DBCC2C1-F4C5-4281-A264-3A7FFB4860AA}" type="pres">
      <dgm:prSet presAssocID="{B503CD13-003F-4B84-AD59-E3636C4D5AF5}" presName="iconRect" presStyleLbl="node1" presStyleIdx="1"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siness Growth"/>
        </a:ext>
      </dgm:extLst>
    </dgm:pt>
    <dgm:pt modelId="{529A5552-8796-4F69-8A3C-BC33B76E76ED}" type="pres">
      <dgm:prSet presAssocID="{B503CD13-003F-4B84-AD59-E3636C4D5AF5}" presName="spaceRect" presStyleCnt="0"/>
      <dgm:spPr/>
    </dgm:pt>
    <dgm:pt modelId="{33432168-FC45-45D7-9525-71E26AC8DF3E}" type="pres">
      <dgm:prSet presAssocID="{B503CD13-003F-4B84-AD59-E3636C4D5AF5}" presName="textRect" presStyleLbl="revTx" presStyleIdx="1" presStyleCnt="8">
        <dgm:presLayoutVars>
          <dgm:chMax val="1"/>
          <dgm:chPref val="1"/>
        </dgm:presLayoutVars>
      </dgm:prSet>
      <dgm:spPr/>
    </dgm:pt>
    <dgm:pt modelId="{E6971EE9-9C4C-4181-A28D-3E6B48911EF6}" type="pres">
      <dgm:prSet presAssocID="{013FCD8D-1891-4F84-B4C5-B89E94441BDF}" presName="sibTrans" presStyleLbl="sibTrans2D1" presStyleIdx="0" presStyleCnt="0"/>
      <dgm:spPr/>
    </dgm:pt>
    <dgm:pt modelId="{F5CB9124-3383-4516-AE13-0DEEEFE1AB1A}" type="pres">
      <dgm:prSet presAssocID="{3E989CAB-659C-42D4-A20F-11E4E9C07174}" presName="compNode" presStyleCnt="0"/>
      <dgm:spPr/>
    </dgm:pt>
    <dgm:pt modelId="{1E83E068-694E-42D0-901E-EC600E4026A1}" type="pres">
      <dgm:prSet presAssocID="{3E989CAB-659C-42D4-A20F-11E4E9C07174}" presName="iconBgRect" presStyleLbl="bgShp" presStyleIdx="2" presStyleCnt="8"/>
      <dgm:spPr/>
    </dgm:pt>
    <dgm:pt modelId="{1D9BEE04-8640-4568-A5CD-EB3C00B7E3E0}" type="pres">
      <dgm:prSet presAssocID="{3E989CAB-659C-42D4-A20F-11E4E9C07174}" presName="iconRect" presStyleLbl="node1" presStyleIdx="2"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Head with Gears"/>
        </a:ext>
      </dgm:extLst>
    </dgm:pt>
    <dgm:pt modelId="{662D3B94-9D24-49E5-9DF3-5E9123F2A32D}" type="pres">
      <dgm:prSet presAssocID="{3E989CAB-659C-42D4-A20F-11E4E9C07174}" presName="spaceRect" presStyleCnt="0"/>
      <dgm:spPr/>
    </dgm:pt>
    <dgm:pt modelId="{5ECDFCED-C8D0-4179-9AEE-F1CDE85B2AF4}" type="pres">
      <dgm:prSet presAssocID="{3E989CAB-659C-42D4-A20F-11E4E9C07174}" presName="textRect" presStyleLbl="revTx" presStyleIdx="2" presStyleCnt="8">
        <dgm:presLayoutVars>
          <dgm:chMax val="1"/>
          <dgm:chPref val="1"/>
        </dgm:presLayoutVars>
      </dgm:prSet>
      <dgm:spPr/>
    </dgm:pt>
    <dgm:pt modelId="{466D3736-864F-42FE-A31D-BDFE192F3CB9}" type="pres">
      <dgm:prSet presAssocID="{0EFA56BF-3F8B-477C-9F5D-EDB5BBC69A53}" presName="sibTrans" presStyleLbl="sibTrans2D1" presStyleIdx="0" presStyleCnt="0"/>
      <dgm:spPr/>
    </dgm:pt>
    <dgm:pt modelId="{26333C7D-C9CE-4853-8238-2C4AC00FD294}" type="pres">
      <dgm:prSet presAssocID="{E8DEA269-6548-4069-A4DC-AB79FA427663}" presName="compNode" presStyleCnt="0"/>
      <dgm:spPr/>
    </dgm:pt>
    <dgm:pt modelId="{6BCBA390-AF7E-4427-A169-E42E506C8576}" type="pres">
      <dgm:prSet presAssocID="{E8DEA269-6548-4069-A4DC-AB79FA427663}" presName="iconBgRect" presStyleLbl="bgShp" presStyleIdx="3" presStyleCnt="8"/>
      <dgm:spPr/>
    </dgm:pt>
    <dgm:pt modelId="{1DB3DD02-ECC8-401C-960C-43D48F367719}" type="pres">
      <dgm:prSet presAssocID="{E8DEA269-6548-4069-A4DC-AB79FA427663}" presName="iconRect" presStyleLbl="node1" presStyleIdx="3"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eacher"/>
        </a:ext>
      </dgm:extLst>
    </dgm:pt>
    <dgm:pt modelId="{8455A117-960F-4DA5-BEBC-D8DCD397789D}" type="pres">
      <dgm:prSet presAssocID="{E8DEA269-6548-4069-A4DC-AB79FA427663}" presName="spaceRect" presStyleCnt="0"/>
      <dgm:spPr/>
    </dgm:pt>
    <dgm:pt modelId="{EB53BFA2-C894-4587-AF70-BCBCA2600812}" type="pres">
      <dgm:prSet presAssocID="{E8DEA269-6548-4069-A4DC-AB79FA427663}" presName="textRect" presStyleLbl="revTx" presStyleIdx="3" presStyleCnt="8">
        <dgm:presLayoutVars>
          <dgm:chMax val="1"/>
          <dgm:chPref val="1"/>
        </dgm:presLayoutVars>
      </dgm:prSet>
      <dgm:spPr/>
    </dgm:pt>
    <dgm:pt modelId="{0C95914B-1FDA-4176-981E-A185C1E99081}" type="pres">
      <dgm:prSet presAssocID="{339166A1-AEF5-4867-AA02-5C25B12F0C58}" presName="sibTrans" presStyleLbl="sibTrans2D1" presStyleIdx="0" presStyleCnt="0"/>
      <dgm:spPr/>
    </dgm:pt>
    <dgm:pt modelId="{3BA28AE8-F0E3-48C9-A8D2-7E218B1EB81F}" type="pres">
      <dgm:prSet presAssocID="{B3DF74B9-7C31-4BB4-8D6B-60B9BA7D981D}" presName="compNode" presStyleCnt="0"/>
      <dgm:spPr/>
    </dgm:pt>
    <dgm:pt modelId="{A3A96105-C602-4F91-A94D-52F943CFD49C}" type="pres">
      <dgm:prSet presAssocID="{B3DF74B9-7C31-4BB4-8D6B-60B9BA7D981D}" presName="iconBgRect" presStyleLbl="bgShp" presStyleIdx="4" presStyleCnt="8"/>
      <dgm:spPr/>
    </dgm:pt>
    <dgm:pt modelId="{9AEE20C6-4EFD-400E-9DFA-6EAF3204281A}" type="pres">
      <dgm:prSet presAssocID="{B3DF74B9-7C31-4BB4-8D6B-60B9BA7D981D}" presName="iconRect" presStyleLbl="node1" presStyleIdx="4"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Question mark"/>
        </a:ext>
      </dgm:extLst>
    </dgm:pt>
    <dgm:pt modelId="{85C2A533-E5E4-41E1-A3A2-5A76A5D0671A}" type="pres">
      <dgm:prSet presAssocID="{B3DF74B9-7C31-4BB4-8D6B-60B9BA7D981D}" presName="spaceRect" presStyleCnt="0"/>
      <dgm:spPr/>
    </dgm:pt>
    <dgm:pt modelId="{610F8D61-77B3-4503-B3C3-7B893E29CDF8}" type="pres">
      <dgm:prSet presAssocID="{B3DF74B9-7C31-4BB4-8D6B-60B9BA7D981D}" presName="textRect" presStyleLbl="revTx" presStyleIdx="4" presStyleCnt="8">
        <dgm:presLayoutVars>
          <dgm:chMax val="1"/>
          <dgm:chPref val="1"/>
        </dgm:presLayoutVars>
      </dgm:prSet>
      <dgm:spPr/>
    </dgm:pt>
    <dgm:pt modelId="{1DC5A644-29AB-4BD4-9421-38DC08AB1E41}" type="pres">
      <dgm:prSet presAssocID="{05059379-96ED-4F5C-BD5F-4D0FE36CE18F}" presName="sibTrans" presStyleLbl="sibTrans2D1" presStyleIdx="0" presStyleCnt="0"/>
      <dgm:spPr/>
    </dgm:pt>
    <dgm:pt modelId="{5B3709C2-7009-467A-A67A-1D5E1ADC36CF}" type="pres">
      <dgm:prSet presAssocID="{BBE90E85-2C23-4D0B-8AF9-94760AEA695F}" presName="compNode" presStyleCnt="0"/>
      <dgm:spPr/>
    </dgm:pt>
    <dgm:pt modelId="{3EC8E8DC-9428-4EF8-94EC-2848BD1612B8}" type="pres">
      <dgm:prSet presAssocID="{BBE90E85-2C23-4D0B-8AF9-94760AEA695F}" presName="iconBgRect" presStyleLbl="bgShp" presStyleIdx="5" presStyleCnt="8"/>
      <dgm:spPr/>
    </dgm:pt>
    <dgm:pt modelId="{3090E9A4-3818-42AB-BBE7-88A8B689A0CF}" type="pres">
      <dgm:prSet presAssocID="{BBE90E85-2C23-4D0B-8AF9-94760AEA695F}" presName="iconRect" presStyleLbl="node1" presStyleIdx="5"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Game controller"/>
        </a:ext>
      </dgm:extLst>
    </dgm:pt>
    <dgm:pt modelId="{1FAF4C9C-6DF0-4F4C-9C69-08899FA09AC9}" type="pres">
      <dgm:prSet presAssocID="{BBE90E85-2C23-4D0B-8AF9-94760AEA695F}" presName="spaceRect" presStyleCnt="0"/>
      <dgm:spPr/>
    </dgm:pt>
    <dgm:pt modelId="{3066FFE6-E6F7-4E3F-8464-7BA48BC0A268}" type="pres">
      <dgm:prSet presAssocID="{BBE90E85-2C23-4D0B-8AF9-94760AEA695F}" presName="textRect" presStyleLbl="revTx" presStyleIdx="5" presStyleCnt="8">
        <dgm:presLayoutVars>
          <dgm:chMax val="1"/>
          <dgm:chPref val="1"/>
        </dgm:presLayoutVars>
      </dgm:prSet>
      <dgm:spPr/>
    </dgm:pt>
    <dgm:pt modelId="{17EBF7EA-660F-4EC5-956C-EE1AAF02D186}" type="pres">
      <dgm:prSet presAssocID="{27755087-B12C-4E90-84DA-9AC43E440E5A}" presName="sibTrans" presStyleLbl="sibTrans2D1" presStyleIdx="0" presStyleCnt="0"/>
      <dgm:spPr/>
    </dgm:pt>
    <dgm:pt modelId="{E0185CE3-2292-4905-9890-D88F7FD57E90}" type="pres">
      <dgm:prSet presAssocID="{9713ED26-1AE1-4AF2-B3DA-D8115F8F04D6}" presName="compNode" presStyleCnt="0"/>
      <dgm:spPr/>
    </dgm:pt>
    <dgm:pt modelId="{FA1C531A-66DC-4E0F-A338-B4E0EB3C6F4F}" type="pres">
      <dgm:prSet presAssocID="{9713ED26-1AE1-4AF2-B3DA-D8115F8F04D6}" presName="iconBgRect" presStyleLbl="bgShp" presStyleIdx="6" presStyleCnt="8"/>
      <dgm:spPr/>
    </dgm:pt>
    <dgm:pt modelId="{E18D2804-98F0-464C-99C5-1275701DCF36}" type="pres">
      <dgm:prSet presAssocID="{9713ED26-1AE1-4AF2-B3DA-D8115F8F04D6}" presName="iconRect" presStyleLbl="node1" presStyleIdx="6"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Chat Bubble"/>
        </a:ext>
      </dgm:extLst>
    </dgm:pt>
    <dgm:pt modelId="{EC45E2FF-570D-4056-8A6D-13A1A26FC83A}" type="pres">
      <dgm:prSet presAssocID="{9713ED26-1AE1-4AF2-B3DA-D8115F8F04D6}" presName="spaceRect" presStyleCnt="0"/>
      <dgm:spPr/>
    </dgm:pt>
    <dgm:pt modelId="{DFC63163-6358-4636-9194-DC0B72217F97}" type="pres">
      <dgm:prSet presAssocID="{9713ED26-1AE1-4AF2-B3DA-D8115F8F04D6}" presName="textRect" presStyleLbl="revTx" presStyleIdx="6" presStyleCnt="8">
        <dgm:presLayoutVars>
          <dgm:chMax val="1"/>
          <dgm:chPref val="1"/>
        </dgm:presLayoutVars>
      </dgm:prSet>
      <dgm:spPr/>
    </dgm:pt>
    <dgm:pt modelId="{AB17FFE7-C6BA-4BEE-B050-B6AF75827EDC}" type="pres">
      <dgm:prSet presAssocID="{5426CCA8-666F-476C-B250-EFFA05835572}" presName="sibTrans" presStyleLbl="sibTrans2D1" presStyleIdx="0" presStyleCnt="0"/>
      <dgm:spPr/>
    </dgm:pt>
    <dgm:pt modelId="{04558B9F-616A-4ED5-8E9D-ACFA1AD1B143}" type="pres">
      <dgm:prSet presAssocID="{52DB0FB7-A841-44F2-8594-49F4EF018FE2}" presName="compNode" presStyleCnt="0"/>
      <dgm:spPr/>
    </dgm:pt>
    <dgm:pt modelId="{7929A0DC-3FF5-44A2-85E1-60A71DFD60FE}" type="pres">
      <dgm:prSet presAssocID="{52DB0FB7-A841-44F2-8594-49F4EF018FE2}" presName="iconBgRect" presStyleLbl="bgShp" presStyleIdx="7" presStyleCnt="8"/>
      <dgm:spPr/>
    </dgm:pt>
    <dgm:pt modelId="{35E9011F-EA2E-498B-A674-0B453249B617}" type="pres">
      <dgm:prSet presAssocID="{52DB0FB7-A841-44F2-8594-49F4EF018FE2}" presName="iconRect" presStyleLbl="node1" presStyleIdx="7"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ecurity Camera"/>
        </a:ext>
      </dgm:extLst>
    </dgm:pt>
    <dgm:pt modelId="{7A2768CC-1FAE-4F72-96E0-F5FE01742824}" type="pres">
      <dgm:prSet presAssocID="{52DB0FB7-A841-44F2-8594-49F4EF018FE2}" presName="spaceRect" presStyleCnt="0"/>
      <dgm:spPr/>
    </dgm:pt>
    <dgm:pt modelId="{93066601-32C0-482B-83EB-D9412A439A38}" type="pres">
      <dgm:prSet presAssocID="{52DB0FB7-A841-44F2-8594-49F4EF018FE2}" presName="textRect" presStyleLbl="revTx" presStyleIdx="7" presStyleCnt="8">
        <dgm:presLayoutVars>
          <dgm:chMax val="1"/>
          <dgm:chPref val="1"/>
        </dgm:presLayoutVars>
      </dgm:prSet>
      <dgm:spPr/>
    </dgm:pt>
  </dgm:ptLst>
  <dgm:cxnLst>
    <dgm:cxn modelId="{8F225800-0C0B-420D-8712-6AAAAAA0F448}" type="presOf" srcId="{87B5D867-0F61-4AA8-9F1E-48C594F556F1}" destId="{B466EAAC-41C8-484C-A709-A6592BE5C9CA}" srcOrd="0" destOrd="0" presId="urn:microsoft.com/office/officeart/2018/2/layout/IconCircleList"/>
    <dgm:cxn modelId="{2D785C01-8385-4DF8-9BDF-6FDB8001B172}" type="presOf" srcId="{013FCD8D-1891-4F84-B4C5-B89E94441BDF}" destId="{E6971EE9-9C4C-4181-A28D-3E6B48911EF6}" srcOrd="0" destOrd="0" presId="urn:microsoft.com/office/officeart/2018/2/layout/IconCircleList"/>
    <dgm:cxn modelId="{A0C1CE2C-8E84-4A4C-A096-00DDA21E3F4B}" type="presOf" srcId="{E8DEA269-6548-4069-A4DC-AB79FA427663}" destId="{EB53BFA2-C894-4587-AF70-BCBCA2600812}" srcOrd="0" destOrd="0" presId="urn:microsoft.com/office/officeart/2018/2/layout/IconCircleList"/>
    <dgm:cxn modelId="{8F46A730-4AA6-43C8-8FE9-0CDD18B77C08}" type="presOf" srcId="{F25F351E-9AC5-465E-B1AE-D7075F34405E}" destId="{F05C1729-5BD7-4A3E-A277-C5414AA15AF8}" srcOrd="0" destOrd="0" presId="urn:microsoft.com/office/officeart/2018/2/layout/IconCircleList"/>
    <dgm:cxn modelId="{DFBE9D5B-06A2-424E-9EBA-D507EAADA598}" srcId="{F25F351E-9AC5-465E-B1AE-D7075F34405E}" destId="{3E989CAB-659C-42D4-A20F-11E4E9C07174}" srcOrd="2" destOrd="0" parTransId="{FE96665D-C38C-41BC-AC96-965016234416}" sibTransId="{0EFA56BF-3F8B-477C-9F5D-EDB5BBC69A53}"/>
    <dgm:cxn modelId="{866E7B5D-031E-4EE5-A2DF-E2A69FCCD5F5}" type="presOf" srcId="{5426CCA8-666F-476C-B250-EFFA05835572}" destId="{AB17FFE7-C6BA-4BEE-B050-B6AF75827EDC}" srcOrd="0" destOrd="0" presId="urn:microsoft.com/office/officeart/2018/2/layout/IconCircleList"/>
    <dgm:cxn modelId="{1BC82148-1EA1-400C-AE68-3685EF364D7B}" srcId="{F25F351E-9AC5-465E-B1AE-D7075F34405E}" destId="{B3DF74B9-7C31-4BB4-8D6B-60B9BA7D981D}" srcOrd="4" destOrd="0" parTransId="{BA61906C-B04C-4EA5-AB18-5176938FD72C}" sibTransId="{05059379-96ED-4F5C-BD5F-4D0FE36CE18F}"/>
    <dgm:cxn modelId="{684A0869-08AE-4615-8E72-CF2AD7FDB2AF}" type="presOf" srcId="{9713ED26-1AE1-4AF2-B3DA-D8115F8F04D6}" destId="{DFC63163-6358-4636-9194-DC0B72217F97}" srcOrd="0" destOrd="0" presId="urn:microsoft.com/office/officeart/2018/2/layout/IconCircleList"/>
    <dgm:cxn modelId="{F3170B4D-047A-4746-9FA2-302E0654660B}" type="presOf" srcId="{52DB0FB7-A841-44F2-8594-49F4EF018FE2}" destId="{93066601-32C0-482B-83EB-D9412A439A38}" srcOrd="0" destOrd="0" presId="urn:microsoft.com/office/officeart/2018/2/layout/IconCircleList"/>
    <dgm:cxn modelId="{CE95FB52-C0B7-4818-BD58-3EA4A8735413}" type="presOf" srcId="{3E989CAB-659C-42D4-A20F-11E4E9C07174}" destId="{5ECDFCED-C8D0-4179-9AEE-F1CDE85B2AF4}" srcOrd="0" destOrd="0" presId="urn:microsoft.com/office/officeart/2018/2/layout/IconCircleList"/>
    <dgm:cxn modelId="{F11FCA73-5763-4C5C-AB15-1B9E482975D2}" type="presOf" srcId="{B3DF74B9-7C31-4BB4-8D6B-60B9BA7D981D}" destId="{610F8D61-77B3-4503-B3C3-7B893E29CDF8}" srcOrd="0" destOrd="0" presId="urn:microsoft.com/office/officeart/2018/2/layout/IconCircleList"/>
    <dgm:cxn modelId="{4C20D788-0524-44B5-9993-82D00F3BF767}" type="presOf" srcId="{B503CD13-003F-4B84-AD59-E3636C4D5AF5}" destId="{33432168-FC45-45D7-9525-71E26AC8DF3E}" srcOrd="0" destOrd="0" presId="urn:microsoft.com/office/officeart/2018/2/layout/IconCircleList"/>
    <dgm:cxn modelId="{7855D999-6BDA-41AB-AB41-6E3304B8ACF0}" type="presOf" srcId="{05059379-96ED-4F5C-BD5F-4D0FE36CE18F}" destId="{1DC5A644-29AB-4BD4-9421-38DC08AB1E41}" srcOrd="0" destOrd="0" presId="urn:microsoft.com/office/officeart/2018/2/layout/IconCircleList"/>
    <dgm:cxn modelId="{F1F9789F-EE74-49B3-B33A-F81487FAA882}" type="presOf" srcId="{30FA1607-346A-43F7-856E-4FC036955603}" destId="{0BE8F08D-2C26-4718-A616-73FA5D529663}" srcOrd="0" destOrd="0" presId="urn:microsoft.com/office/officeart/2018/2/layout/IconCircleList"/>
    <dgm:cxn modelId="{24AC99AB-2B6C-451F-B488-8DC0907D5569}" srcId="{F25F351E-9AC5-465E-B1AE-D7075F34405E}" destId="{52DB0FB7-A841-44F2-8594-49F4EF018FE2}" srcOrd="7" destOrd="0" parTransId="{8D74EDAE-5551-459E-A72D-D4C505CF0BD3}" sibTransId="{5113EE33-429F-4B5C-B500-4AD8E987B0F0}"/>
    <dgm:cxn modelId="{DD4FF1BD-8060-42B9-8744-7A4605E198B9}" type="presOf" srcId="{0EFA56BF-3F8B-477C-9F5D-EDB5BBC69A53}" destId="{466D3736-864F-42FE-A31D-BDFE192F3CB9}" srcOrd="0" destOrd="0" presId="urn:microsoft.com/office/officeart/2018/2/layout/IconCircleList"/>
    <dgm:cxn modelId="{48C546C5-24AB-416C-BC95-A9BE088BF703}" srcId="{F25F351E-9AC5-465E-B1AE-D7075F34405E}" destId="{BBE90E85-2C23-4D0B-8AF9-94760AEA695F}" srcOrd="5" destOrd="0" parTransId="{BA9AF175-A8DD-4683-A06A-D6E6473E2317}" sibTransId="{27755087-B12C-4E90-84DA-9AC43E440E5A}"/>
    <dgm:cxn modelId="{E7E35DD1-6FCA-4772-A205-5432609C294B}" type="presOf" srcId="{339166A1-AEF5-4867-AA02-5C25B12F0C58}" destId="{0C95914B-1FDA-4176-981E-A185C1E99081}" srcOrd="0" destOrd="0" presId="urn:microsoft.com/office/officeart/2018/2/layout/IconCircleList"/>
    <dgm:cxn modelId="{E08537D6-5143-4B54-9C4A-68AAE197EB8E}" srcId="{F25F351E-9AC5-465E-B1AE-D7075F34405E}" destId="{E8DEA269-6548-4069-A4DC-AB79FA427663}" srcOrd="3" destOrd="0" parTransId="{E8453C0C-4D55-4FA8-AD09-996B902FAD92}" sibTransId="{339166A1-AEF5-4867-AA02-5C25B12F0C58}"/>
    <dgm:cxn modelId="{F54C9FD8-ED81-4B56-9CC0-E5321A448042}" type="presOf" srcId="{27755087-B12C-4E90-84DA-9AC43E440E5A}" destId="{17EBF7EA-660F-4EC5-956C-EE1AAF02D186}" srcOrd="0" destOrd="0" presId="urn:microsoft.com/office/officeart/2018/2/layout/IconCircleList"/>
    <dgm:cxn modelId="{388AA9F3-A7C9-414A-B418-F72F6A615764}" srcId="{F25F351E-9AC5-465E-B1AE-D7075F34405E}" destId="{B503CD13-003F-4B84-AD59-E3636C4D5AF5}" srcOrd="1" destOrd="0" parTransId="{E8B08775-4A44-4433-855B-337612F9B64E}" sibTransId="{013FCD8D-1891-4F84-B4C5-B89E94441BDF}"/>
    <dgm:cxn modelId="{8C803FF7-A8FC-442D-B450-532D30BAF822}" srcId="{F25F351E-9AC5-465E-B1AE-D7075F34405E}" destId="{30FA1607-346A-43F7-856E-4FC036955603}" srcOrd="0" destOrd="0" parTransId="{980C6862-07B3-4CA7-8954-75D56B2686E1}" sibTransId="{87B5D867-0F61-4AA8-9F1E-48C594F556F1}"/>
    <dgm:cxn modelId="{3D81D3F7-9D72-4DED-8AAA-BE0D0CA70827}" type="presOf" srcId="{BBE90E85-2C23-4D0B-8AF9-94760AEA695F}" destId="{3066FFE6-E6F7-4E3F-8464-7BA48BC0A268}" srcOrd="0" destOrd="0" presId="urn:microsoft.com/office/officeart/2018/2/layout/IconCircleList"/>
    <dgm:cxn modelId="{12C6DEF9-A870-4B41-98D3-73A52D96B4B4}" srcId="{F25F351E-9AC5-465E-B1AE-D7075F34405E}" destId="{9713ED26-1AE1-4AF2-B3DA-D8115F8F04D6}" srcOrd="6" destOrd="0" parTransId="{5D89812E-1C17-46ED-97E5-7121A8A29996}" sibTransId="{5426CCA8-666F-476C-B250-EFFA05835572}"/>
    <dgm:cxn modelId="{F6BAC870-BD49-4DBE-9408-894E626449D9}" type="presParOf" srcId="{F05C1729-5BD7-4A3E-A277-C5414AA15AF8}" destId="{9611462A-1D16-445F-96E0-7643EB08C8D8}" srcOrd="0" destOrd="0" presId="urn:microsoft.com/office/officeart/2018/2/layout/IconCircleList"/>
    <dgm:cxn modelId="{6A414973-09F6-445A-96BC-B2CA38DE6457}" type="presParOf" srcId="{9611462A-1D16-445F-96E0-7643EB08C8D8}" destId="{812E16CC-F5D1-43AA-8F0F-3B9CAFA63FBE}" srcOrd="0" destOrd="0" presId="urn:microsoft.com/office/officeart/2018/2/layout/IconCircleList"/>
    <dgm:cxn modelId="{268FEA6B-6B79-4637-BD82-6ACBADE27C9D}" type="presParOf" srcId="{812E16CC-F5D1-43AA-8F0F-3B9CAFA63FBE}" destId="{71390963-7E49-437D-9F2A-793493A5C173}" srcOrd="0" destOrd="0" presId="urn:microsoft.com/office/officeart/2018/2/layout/IconCircleList"/>
    <dgm:cxn modelId="{42E1C8AE-99B6-4933-BD29-76B5045A1457}" type="presParOf" srcId="{812E16CC-F5D1-43AA-8F0F-3B9CAFA63FBE}" destId="{4DC53739-7E90-4164-8BD3-9CB1DA3D3585}" srcOrd="1" destOrd="0" presId="urn:microsoft.com/office/officeart/2018/2/layout/IconCircleList"/>
    <dgm:cxn modelId="{4F09871C-4C39-49E2-8E8F-862CCAAF4D87}" type="presParOf" srcId="{812E16CC-F5D1-43AA-8F0F-3B9CAFA63FBE}" destId="{7F1E548F-BD85-4040-A181-070E1F96B1BB}" srcOrd="2" destOrd="0" presId="urn:microsoft.com/office/officeart/2018/2/layout/IconCircleList"/>
    <dgm:cxn modelId="{0AA2E098-EFD7-4B16-A21F-24E08E5CE8F9}" type="presParOf" srcId="{812E16CC-F5D1-43AA-8F0F-3B9CAFA63FBE}" destId="{0BE8F08D-2C26-4718-A616-73FA5D529663}" srcOrd="3" destOrd="0" presId="urn:microsoft.com/office/officeart/2018/2/layout/IconCircleList"/>
    <dgm:cxn modelId="{78F3C825-AE95-40D3-BF3E-51589EB41323}" type="presParOf" srcId="{9611462A-1D16-445F-96E0-7643EB08C8D8}" destId="{B466EAAC-41C8-484C-A709-A6592BE5C9CA}" srcOrd="1" destOrd="0" presId="urn:microsoft.com/office/officeart/2018/2/layout/IconCircleList"/>
    <dgm:cxn modelId="{AF638462-8E81-4266-8B10-D5989F6A98C2}" type="presParOf" srcId="{9611462A-1D16-445F-96E0-7643EB08C8D8}" destId="{97C805BD-0EC0-4C64-9772-D5D557A25F73}" srcOrd="2" destOrd="0" presId="urn:microsoft.com/office/officeart/2018/2/layout/IconCircleList"/>
    <dgm:cxn modelId="{722A0B87-0FB2-4AB4-956E-86D9B6CA494B}" type="presParOf" srcId="{97C805BD-0EC0-4C64-9772-D5D557A25F73}" destId="{0E1DA747-0C67-4326-A14C-257F819B8F0B}" srcOrd="0" destOrd="0" presId="urn:microsoft.com/office/officeart/2018/2/layout/IconCircleList"/>
    <dgm:cxn modelId="{D25E19E8-DCF4-4E91-80AB-721F7E2FC5E9}" type="presParOf" srcId="{97C805BD-0EC0-4C64-9772-D5D557A25F73}" destId="{8DBCC2C1-F4C5-4281-A264-3A7FFB4860AA}" srcOrd="1" destOrd="0" presId="urn:microsoft.com/office/officeart/2018/2/layout/IconCircleList"/>
    <dgm:cxn modelId="{C29A295F-A3BD-4923-B206-A5D40A9C5A2B}" type="presParOf" srcId="{97C805BD-0EC0-4C64-9772-D5D557A25F73}" destId="{529A5552-8796-4F69-8A3C-BC33B76E76ED}" srcOrd="2" destOrd="0" presId="urn:microsoft.com/office/officeart/2018/2/layout/IconCircleList"/>
    <dgm:cxn modelId="{534ABE3D-2724-4A6D-B049-2AE0EDD8D715}" type="presParOf" srcId="{97C805BD-0EC0-4C64-9772-D5D557A25F73}" destId="{33432168-FC45-45D7-9525-71E26AC8DF3E}" srcOrd="3" destOrd="0" presId="urn:microsoft.com/office/officeart/2018/2/layout/IconCircleList"/>
    <dgm:cxn modelId="{D0ED5BBB-B003-4231-91EB-A06CFA9C0DC6}" type="presParOf" srcId="{9611462A-1D16-445F-96E0-7643EB08C8D8}" destId="{E6971EE9-9C4C-4181-A28D-3E6B48911EF6}" srcOrd="3" destOrd="0" presId="urn:microsoft.com/office/officeart/2018/2/layout/IconCircleList"/>
    <dgm:cxn modelId="{F0F3756A-DE15-43C5-A2F5-8659E32FED20}" type="presParOf" srcId="{9611462A-1D16-445F-96E0-7643EB08C8D8}" destId="{F5CB9124-3383-4516-AE13-0DEEEFE1AB1A}" srcOrd="4" destOrd="0" presId="urn:microsoft.com/office/officeart/2018/2/layout/IconCircleList"/>
    <dgm:cxn modelId="{3F35983D-DF87-493F-9FC4-37965773BBE9}" type="presParOf" srcId="{F5CB9124-3383-4516-AE13-0DEEEFE1AB1A}" destId="{1E83E068-694E-42D0-901E-EC600E4026A1}" srcOrd="0" destOrd="0" presId="urn:microsoft.com/office/officeart/2018/2/layout/IconCircleList"/>
    <dgm:cxn modelId="{6D02BEC6-80FF-4B5D-9E4D-6A05450B73F9}" type="presParOf" srcId="{F5CB9124-3383-4516-AE13-0DEEEFE1AB1A}" destId="{1D9BEE04-8640-4568-A5CD-EB3C00B7E3E0}" srcOrd="1" destOrd="0" presId="urn:microsoft.com/office/officeart/2018/2/layout/IconCircleList"/>
    <dgm:cxn modelId="{E09BD42F-1833-44FA-A79A-A6E1C26BA3C9}" type="presParOf" srcId="{F5CB9124-3383-4516-AE13-0DEEEFE1AB1A}" destId="{662D3B94-9D24-49E5-9DF3-5E9123F2A32D}" srcOrd="2" destOrd="0" presId="urn:microsoft.com/office/officeart/2018/2/layout/IconCircleList"/>
    <dgm:cxn modelId="{2A42B99E-51CD-4891-8AD4-6D5424F92587}" type="presParOf" srcId="{F5CB9124-3383-4516-AE13-0DEEEFE1AB1A}" destId="{5ECDFCED-C8D0-4179-9AEE-F1CDE85B2AF4}" srcOrd="3" destOrd="0" presId="urn:microsoft.com/office/officeart/2018/2/layout/IconCircleList"/>
    <dgm:cxn modelId="{6E88D986-04F5-4B00-9393-FB0636D48067}" type="presParOf" srcId="{9611462A-1D16-445F-96E0-7643EB08C8D8}" destId="{466D3736-864F-42FE-A31D-BDFE192F3CB9}" srcOrd="5" destOrd="0" presId="urn:microsoft.com/office/officeart/2018/2/layout/IconCircleList"/>
    <dgm:cxn modelId="{E9E151A3-D08A-4A9B-B4B7-4AE318551D79}" type="presParOf" srcId="{9611462A-1D16-445F-96E0-7643EB08C8D8}" destId="{26333C7D-C9CE-4853-8238-2C4AC00FD294}" srcOrd="6" destOrd="0" presId="urn:microsoft.com/office/officeart/2018/2/layout/IconCircleList"/>
    <dgm:cxn modelId="{6B7937CE-B9AF-4645-A017-98328DEA0AD5}" type="presParOf" srcId="{26333C7D-C9CE-4853-8238-2C4AC00FD294}" destId="{6BCBA390-AF7E-4427-A169-E42E506C8576}" srcOrd="0" destOrd="0" presId="urn:microsoft.com/office/officeart/2018/2/layout/IconCircleList"/>
    <dgm:cxn modelId="{EEC9AF40-BB4E-4766-A53A-5F42E971F6E7}" type="presParOf" srcId="{26333C7D-C9CE-4853-8238-2C4AC00FD294}" destId="{1DB3DD02-ECC8-401C-960C-43D48F367719}" srcOrd="1" destOrd="0" presId="urn:microsoft.com/office/officeart/2018/2/layout/IconCircleList"/>
    <dgm:cxn modelId="{74BBE7A8-92E5-449C-A0D6-550C102228DA}" type="presParOf" srcId="{26333C7D-C9CE-4853-8238-2C4AC00FD294}" destId="{8455A117-960F-4DA5-BEBC-D8DCD397789D}" srcOrd="2" destOrd="0" presId="urn:microsoft.com/office/officeart/2018/2/layout/IconCircleList"/>
    <dgm:cxn modelId="{D7878BF3-90BA-4765-80EE-C7078ED79726}" type="presParOf" srcId="{26333C7D-C9CE-4853-8238-2C4AC00FD294}" destId="{EB53BFA2-C894-4587-AF70-BCBCA2600812}" srcOrd="3" destOrd="0" presId="urn:microsoft.com/office/officeart/2018/2/layout/IconCircleList"/>
    <dgm:cxn modelId="{C1D604B7-BBD2-4503-B3E0-D795A5518431}" type="presParOf" srcId="{9611462A-1D16-445F-96E0-7643EB08C8D8}" destId="{0C95914B-1FDA-4176-981E-A185C1E99081}" srcOrd="7" destOrd="0" presId="urn:microsoft.com/office/officeart/2018/2/layout/IconCircleList"/>
    <dgm:cxn modelId="{6CF40CAD-F30D-4B19-A3F7-778E838F1CA2}" type="presParOf" srcId="{9611462A-1D16-445F-96E0-7643EB08C8D8}" destId="{3BA28AE8-F0E3-48C9-A8D2-7E218B1EB81F}" srcOrd="8" destOrd="0" presId="urn:microsoft.com/office/officeart/2018/2/layout/IconCircleList"/>
    <dgm:cxn modelId="{80B25D50-0BBF-40D2-BADE-E2362963C060}" type="presParOf" srcId="{3BA28AE8-F0E3-48C9-A8D2-7E218B1EB81F}" destId="{A3A96105-C602-4F91-A94D-52F943CFD49C}" srcOrd="0" destOrd="0" presId="urn:microsoft.com/office/officeart/2018/2/layout/IconCircleList"/>
    <dgm:cxn modelId="{1097C248-CEB1-41A7-A9E3-BA5C56FF00CD}" type="presParOf" srcId="{3BA28AE8-F0E3-48C9-A8D2-7E218B1EB81F}" destId="{9AEE20C6-4EFD-400E-9DFA-6EAF3204281A}" srcOrd="1" destOrd="0" presId="urn:microsoft.com/office/officeart/2018/2/layout/IconCircleList"/>
    <dgm:cxn modelId="{00BFD576-2822-4537-B3D7-3ED19F7032FC}" type="presParOf" srcId="{3BA28AE8-F0E3-48C9-A8D2-7E218B1EB81F}" destId="{85C2A533-E5E4-41E1-A3A2-5A76A5D0671A}" srcOrd="2" destOrd="0" presId="urn:microsoft.com/office/officeart/2018/2/layout/IconCircleList"/>
    <dgm:cxn modelId="{E17FDAC6-D13C-42C8-849F-8A64BF393358}" type="presParOf" srcId="{3BA28AE8-F0E3-48C9-A8D2-7E218B1EB81F}" destId="{610F8D61-77B3-4503-B3C3-7B893E29CDF8}" srcOrd="3" destOrd="0" presId="urn:microsoft.com/office/officeart/2018/2/layout/IconCircleList"/>
    <dgm:cxn modelId="{748AB542-0149-4B71-9CF9-732BA718D1E1}" type="presParOf" srcId="{9611462A-1D16-445F-96E0-7643EB08C8D8}" destId="{1DC5A644-29AB-4BD4-9421-38DC08AB1E41}" srcOrd="9" destOrd="0" presId="urn:microsoft.com/office/officeart/2018/2/layout/IconCircleList"/>
    <dgm:cxn modelId="{FB3101DA-2935-4426-BFA4-D980A01D0260}" type="presParOf" srcId="{9611462A-1D16-445F-96E0-7643EB08C8D8}" destId="{5B3709C2-7009-467A-A67A-1D5E1ADC36CF}" srcOrd="10" destOrd="0" presId="urn:microsoft.com/office/officeart/2018/2/layout/IconCircleList"/>
    <dgm:cxn modelId="{99D428EA-7731-49BC-85F8-B5F9F4A7D0ED}" type="presParOf" srcId="{5B3709C2-7009-467A-A67A-1D5E1ADC36CF}" destId="{3EC8E8DC-9428-4EF8-94EC-2848BD1612B8}" srcOrd="0" destOrd="0" presId="urn:microsoft.com/office/officeart/2018/2/layout/IconCircleList"/>
    <dgm:cxn modelId="{AE08E401-DD86-4CA3-BF28-9224968FD781}" type="presParOf" srcId="{5B3709C2-7009-467A-A67A-1D5E1ADC36CF}" destId="{3090E9A4-3818-42AB-BBE7-88A8B689A0CF}" srcOrd="1" destOrd="0" presId="urn:microsoft.com/office/officeart/2018/2/layout/IconCircleList"/>
    <dgm:cxn modelId="{4865BF1A-F1EE-4E81-8BAD-07F8254559F0}" type="presParOf" srcId="{5B3709C2-7009-467A-A67A-1D5E1ADC36CF}" destId="{1FAF4C9C-6DF0-4F4C-9C69-08899FA09AC9}" srcOrd="2" destOrd="0" presId="urn:microsoft.com/office/officeart/2018/2/layout/IconCircleList"/>
    <dgm:cxn modelId="{081D456C-F901-40D1-A01F-ADD1C7FE8204}" type="presParOf" srcId="{5B3709C2-7009-467A-A67A-1D5E1ADC36CF}" destId="{3066FFE6-E6F7-4E3F-8464-7BA48BC0A268}" srcOrd="3" destOrd="0" presId="urn:microsoft.com/office/officeart/2018/2/layout/IconCircleList"/>
    <dgm:cxn modelId="{9FB7381C-04DB-44E4-BE5D-8980D93369C2}" type="presParOf" srcId="{9611462A-1D16-445F-96E0-7643EB08C8D8}" destId="{17EBF7EA-660F-4EC5-956C-EE1AAF02D186}" srcOrd="11" destOrd="0" presId="urn:microsoft.com/office/officeart/2018/2/layout/IconCircleList"/>
    <dgm:cxn modelId="{032D68EB-9BC3-4073-9C8D-4A11BE1CE760}" type="presParOf" srcId="{9611462A-1D16-445F-96E0-7643EB08C8D8}" destId="{E0185CE3-2292-4905-9890-D88F7FD57E90}" srcOrd="12" destOrd="0" presId="urn:microsoft.com/office/officeart/2018/2/layout/IconCircleList"/>
    <dgm:cxn modelId="{27B346CD-A9A0-452A-882D-0AFDA3857813}" type="presParOf" srcId="{E0185CE3-2292-4905-9890-D88F7FD57E90}" destId="{FA1C531A-66DC-4E0F-A338-B4E0EB3C6F4F}" srcOrd="0" destOrd="0" presId="urn:microsoft.com/office/officeart/2018/2/layout/IconCircleList"/>
    <dgm:cxn modelId="{0D49689C-856E-4CFF-96CA-148427DB23AC}" type="presParOf" srcId="{E0185CE3-2292-4905-9890-D88F7FD57E90}" destId="{E18D2804-98F0-464C-99C5-1275701DCF36}" srcOrd="1" destOrd="0" presId="urn:microsoft.com/office/officeart/2018/2/layout/IconCircleList"/>
    <dgm:cxn modelId="{C32211A1-250B-49FD-BCA6-D88722FFC79F}" type="presParOf" srcId="{E0185CE3-2292-4905-9890-D88F7FD57E90}" destId="{EC45E2FF-570D-4056-8A6D-13A1A26FC83A}" srcOrd="2" destOrd="0" presId="urn:microsoft.com/office/officeart/2018/2/layout/IconCircleList"/>
    <dgm:cxn modelId="{9DB7E720-312D-431A-9976-C72AA1C92057}" type="presParOf" srcId="{E0185CE3-2292-4905-9890-D88F7FD57E90}" destId="{DFC63163-6358-4636-9194-DC0B72217F97}" srcOrd="3" destOrd="0" presId="urn:microsoft.com/office/officeart/2018/2/layout/IconCircleList"/>
    <dgm:cxn modelId="{38A18AA6-A1A1-4D79-BA36-1B4261FF2F54}" type="presParOf" srcId="{9611462A-1D16-445F-96E0-7643EB08C8D8}" destId="{AB17FFE7-C6BA-4BEE-B050-B6AF75827EDC}" srcOrd="13" destOrd="0" presId="urn:microsoft.com/office/officeart/2018/2/layout/IconCircleList"/>
    <dgm:cxn modelId="{27437838-2D61-4576-A4BF-EDADC83777F1}" type="presParOf" srcId="{9611462A-1D16-445F-96E0-7643EB08C8D8}" destId="{04558B9F-616A-4ED5-8E9D-ACFA1AD1B143}" srcOrd="14" destOrd="0" presId="urn:microsoft.com/office/officeart/2018/2/layout/IconCircleList"/>
    <dgm:cxn modelId="{D9F21E1F-BB13-4DEC-BE12-22A1F5C63563}" type="presParOf" srcId="{04558B9F-616A-4ED5-8E9D-ACFA1AD1B143}" destId="{7929A0DC-3FF5-44A2-85E1-60A71DFD60FE}" srcOrd="0" destOrd="0" presId="urn:microsoft.com/office/officeart/2018/2/layout/IconCircleList"/>
    <dgm:cxn modelId="{6868732F-D6A6-4288-9E9C-82E050A19E50}" type="presParOf" srcId="{04558B9F-616A-4ED5-8E9D-ACFA1AD1B143}" destId="{35E9011F-EA2E-498B-A674-0B453249B617}" srcOrd="1" destOrd="0" presId="urn:microsoft.com/office/officeart/2018/2/layout/IconCircleList"/>
    <dgm:cxn modelId="{ACBBC4B0-C675-46EA-A357-8B79647A71EC}" type="presParOf" srcId="{04558B9F-616A-4ED5-8E9D-ACFA1AD1B143}" destId="{7A2768CC-1FAE-4F72-96E0-F5FE01742824}" srcOrd="2" destOrd="0" presId="urn:microsoft.com/office/officeart/2018/2/layout/IconCircleList"/>
    <dgm:cxn modelId="{433B0594-BA0F-4E53-8ED7-A0FD61F72E17}" type="presParOf" srcId="{04558B9F-616A-4ED5-8E9D-ACFA1AD1B143}" destId="{93066601-32C0-482B-83EB-D9412A439A38}"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C7371F7-4040-4A50-844D-114F9AB5DB5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2D2C488-BCF7-4C43-935D-EDAE12D67C99}">
      <dgm:prSet/>
      <dgm:spPr/>
      <dgm:t>
        <a:bodyPr/>
        <a:lstStyle/>
        <a:p>
          <a:r>
            <a:rPr lang="en-US"/>
            <a:t>6 6</a:t>
          </a:r>
          <a:r>
            <a:rPr lang="en-US" baseline="30000"/>
            <a:t>th</a:t>
          </a:r>
          <a:r>
            <a:rPr lang="en-US"/>
            <a:t> graders at my former elementary school tested the website</a:t>
          </a:r>
        </a:p>
      </dgm:t>
    </dgm:pt>
    <dgm:pt modelId="{C39B992C-A255-4BC8-8F46-4BA8923A7E61}" type="parTrans" cxnId="{A04538E6-D59A-4138-A43C-BAA6003520E1}">
      <dgm:prSet/>
      <dgm:spPr/>
      <dgm:t>
        <a:bodyPr/>
        <a:lstStyle/>
        <a:p>
          <a:endParaRPr lang="en-US"/>
        </a:p>
      </dgm:t>
    </dgm:pt>
    <dgm:pt modelId="{5498034B-E443-4CF6-8DDA-75CBB2672ECD}" type="sibTrans" cxnId="{A04538E6-D59A-4138-A43C-BAA6003520E1}">
      <dgm:prSet/>
      <dgm:spPr/>
      <dgm:t>
        <a:bodyPr/>
        <a:lstStyle/>
        <a:p>
          <a:endParaRPr lang="en-US"/>
        </a:p>
      </dgm:t>
    </dgm:pt>
    <dgm:pt modelId="{6DFBC05C-E441-41EB-967E-0EFF8056699A}">
      <dgm:prSet/>
      <dgm:spPr/>
      <dgm:t>
        <a:bodyPr/>
        <a:lstStyle/>
        <a:p>
          <a:r>
            <a:rPr lang="en-US"/>
            <a:t>The results were very positive</a:t>
          </a:r>
        </a:p>
      </dgm:t>
    </dgm:pt>
    <dgm:pt modelId="{46E46385-5E6B-4E5E-9D66-578AD4DB4E01}" type="parTrans" cxnId="{8F8C825A-CBE9-4778-87B3-10DAB082F911}">
      <dgm:prSet/>
      <dgm:spPr/>
      <dgm:t>
        <a:bodyPr/>
        <a:lstStyle/>
        <a:p>
          <a:endParaRPr lang="en-US"/>
        </a:p>
      </dgm:t>
    </dgm:pt>
    <dgm:pt modelId="{9726D960-AA51-4B95-99D6-C05C18B92295}" type="sibTrans" cxnId="{8F8C825A-CBE9-4778-87B3-10DAB082F911}">
      <dgm:prSet/>
      <dgm:spPr/>
      <dgm:t>
        <a:bodyPr/>
        <a:lstStyle/>
        <a:p>
          <a:endParaRPr lang="en-US"/>
        </a:p>
      </dgm:t>
    </dgm:pt>
    <dgm:pt modelId="{B1588666-2282-4F07-8633-CD1CADDCA443}">
      <dgm:prSet/>
      <dgm:spPr/>
      <dgm:t>
        <a:bodyPr/>
        <a:lstStyle/>
        <a:p>
          <a:r>
            <a:rPr lang="en-US"/>
            <a:t>Yes Or No Feedback</a:t>
          </a:r>
        </a:p>
      </dgm:t>
    </dgm:pt>
    <dgm:pt modelId="{3253BF70-4BAD-445B-A33C-00E527E6F47F}" type="parTrans" cxnId="{E2C16C19-92B9-4855-AA08-9DF0E9A09272}">
      <dgm:prSet/>
      <dgm:spPr/>
      <dgm:t>
        <a:bodyPr/>
        <a:lstStyle/>
        <a:p>
          <a:endParaRPr lang="en-US"/>
        </a:p>
      </dgm:t>
    </dgm:pt>
    <dgm:pt modelId="{E0346EB3-5788-450F-AA41-19BE34B3F2A5}" type="sibTrans" cxnId="{E2C16C19-92B9-4855-AA08-9DF0E9A09272}">
      <dgm:prSet/>
      <dgm:spPr/>
      <dgm:t>
        <a:bodyPr/>
        <a:lstStyle/>
        <a:p>
          <a:endParaRPr lang="en-US"/>
        </a:p>
      </dgm:t>
    </dgm:pt>
    <dgm:pt modelId="{B11F0D39-C6C1-4499-AFAE-29E1660097F0}">
      <dgm:prSet/>
      <dgm:spPr/>
      <dgm:t>
        <a:bodyPr/>
        <a:lstStyle/>
        <a:p>
          <a:r>
            <a:rPr lang="en-US"/>
            <a:t>5/6 students said the website was easy to move around on (83%)</a:t>
          </a:r>
        </a:p>
      </dgm:t>
    </dgm:pt>
    <dgm:pt modelId="{E8DB5B64-38B6-4BD1-A7FB-80F6B7BFF03D}" type="parTrans" cxnId="{098B85DA-7EC1-4A0F-B666-4F82B5E6D03A}">
      <dgm:prSet/>
      <dgm:spPr/>
      <dgm:t>
        <a:bodyPr/>
        <a:lstStyle/>
        <a:p>
          <a:endParaRPr lang="en-US"/>
        </a:p>
      </dgm:t>
    </dgm:pt>
    <dgm:pt modelId="{E936F13D-7239-452D-8E67-02EC2ABC5902}" type="sibTrans" cxnId="{098B85DA-7EC1-4A0F-B666-4F82B5E6D03A}">
      <dgm:prSet/>
      <dgm:spPr/>
      <dgm:t>
        <a:bodyPr/>
        <a:lstStyle/>
        <a:p>
          <a:endParaRPr lang="en-US"/>
        </a:p>
      </dgm:t>
    </dgm:pt>
    <dgm:pt modelId="{CCE63B42-BD60-407E-809C-CDD30EE13D77}">
      <dgm:prSet/>
      <dgm:spPr/>
      <dgm:t>
        <a:bodyPr/>
        <a:lstStyle/>
        <a:p>
          <a:r>
            <a:rPr lang="en-US"/>
            <a:t>6/6 students said the game was fun and helps students practice what they learned in school (100%)</a:t>
          </a:r>
        </a:p>
      </dgm:t>
    </dgm:pt>
    <dgm:pt modelId="{CCAD05A4-EF5B-4419-B513-F1D770981AB8}" type="parTrans" cxnId="{F23C1928-4566-46D8-9CE6-2186AFB7B8A8}">
      <dgm:prSet/>
      <dgm:spPr/>
      <dgm:t>
        <a:bodyPr/>
        <a:lstStyle/>
        <a:p>
          <a:endParaRPr lang="en-US"/>
        </a:p>
      </dgm:t>
    </dgm:pt>
    <dgm:pt modelId="{98D3FC1E-B90C-4232-9980-7FE14BD07C46}" type="sibTrans" cxnId="{F23C1928-4566-46D8-9CE6-2186AFB7B8A8}">
      <dgm:prSet/>
      <dgm:spPr/>
      <dgm:t>
        <a:bodyPr/>
        <a:lstStyle/>
        <a:p>
          <a:endParaRPr lang="en-US"/>
        </a:p>
      </dgm:t>
    </dgm:pt>
    <dgm:pt modelId="{EAF99F25-7A06-4775-8057-67D57441FD58}">
      <dgm:prSet/>
      <dgm:spPr/>
      <dgm:t>
        <a:bodyPr/>
        <a:lstStyle/>
        <a:p>
          <a:r>
            <a:rPr lang="en-US"/>
            <a:t>6/6 students said they enjoyed being able to see their scores and other user’s scores immediately (100%)</a:t>
          </a:r>
        </a:p>
      </dgm:t>
    </dgm:pt>
    <dgm:pt modelId="{DC2D1327-FFD6-4A49-A2DE-B9D8870A9B4D}" type="parTrans" cxnId="{F6E15312-D64B-4F92-A586-016A911AD289}">
      <dgm:prSet/>
      <dgm:spPr/>
      <dgm:t>
        <a:bodyPr/>
        <a:lstStyle/>
        <a:p>
          <a:endParaRPr lang="en-US"/>
        </a:p>
      </dgm:t>
    </dgm:pt>
    <dgm:pt modelId="{A4CBD794-7347-49F3-B7FD-D922C1591B64}" type="sibTrans" cxnId="{F6E15312-D64B-4F92-A586-016A911AD289}">
      <dgm:prSet/>
      <dgm:spPr/>
      <dgm:t>
        <a:bodyPr/>
        <a:lstStyle/>
        <a:p>
          <a:endParaRPr lang="en-US"/>
        </a:p>
      </dgm:t>
    </dgm:pt>
    <dgm:pt modelId="{17B49B99-859E-40FC-B83D-B6CD8F35C967}" type="pres">
      <dgm:prSet presAssocID="{7C7371F7-4040-4A50-844D-114F9AB5DB53}" presName="linear" presStyleCnt="0">
        <dgm:presLayoutVars>
          <dgm:animLvl val="lvl"/>
          <dgm:resizeHandles val="exact"/>
        </dgm:presLayoutVars>
      </dgm:prSet>
      <dgm:spPr/>
    </dgm:pt>
    <dgm:pt modelId="{BFA58023-2961-44FE-8208-A73731779FDF}" type="pres">
      <dgm:prSet presAssocID="{32D2C488-BCF7-4C43-935D-EDAE12D67C99}" presName="parentText" presStyleLbl="node1" presStyleIdx="0" presStyleCnt="3">
        <dgm:presLayoutVars>
          <dgm:chMax val="0"/>
          <dgm:bulletEnabled val="1"/>
        </dgm:presLayoutVars>
      </dgm:prSet>
      <dgm:spPr/>
    </dgm:pt>
    <dgm:pt modelId="{A76C56F0-FD66-463E-8631-DF92B4CAF943}" type="pres">
      <dgm:prSet presAssocID="{5498034B-E443-4CF6-8DDA-75CBB2672ECD}" presName="spacer" presStyleCnt="0"/>
      <dgm:spPr/>
    </dgm:pt>
    <dgm:pt modelId="{D0D33C03-84F0-4765-AB4B-66E8DC6605E8}" type="pres">
      <dgm:prSet presAssocID="{6DFBC05C-E441-41EB-967E-0EFF8056699A}" presName="parentText" presStyleLbl="node1" presStyleIdx="1" presStyleCnt="3">
        <dgm:presLayoutVars>
          <dgm:chMax val="0"/>
          <dgm:bulletEnabled val="1"/>
        </dgm:presLayoutVars>
      </dgm:prSet>
      <dgm:spPr/>
    </dgm:pt>
    <dgm:pt modelId="{A0569B2F-5A6E-4B90-AAF7-9E9727A6EE95}" type="pres">
      <dgm:prSet presAssocID="{9726D960-AA51-4B95-99D6-C05C18B92295}" presName="spacer" presStyleCnt="0"/>
      <dgm:spPr/>
    </dgm:pt>
    <dgm:pt modelId="{0B56718A-32A5-4EA9-96F2-242DDD8659EC}" type="pres">
      <dgm:prSet presAssocID="{B1588666-2282-4F07-8633-CD1CADDCA443}" presName="parentText" presStyleLbl="node1" presStyleIdx="2" presStyleCnt="3">
        <dgm:presLayoutVars>
          <dgm:chMax val="0"/>
          <dgm:bulletEnabled val="1"/>
        </dgm:presLayoutVars>
      </dgm:prSet>
      <dgm:spPr/>
    </dgm:pt>
    <dgm:pt modelId="{9408F2DC-CF3A-43FC-A0C9-D68021FF8977}" type="pres">
      <dgm:prSet presAssocID="{B1588666-2282-4F07-8633-CD1CADDCA443}" presName="childText" presStyleLbl="revTx" presStyleIdx="0" presStyleCnt="1">
        <dgm:presLayoutVars>
          <dgm:bulletEnabled val="1"/>
        </dgm:presLayoutVars>
      </dgm:prSet>
      <dgm:spPr/>
    </dgm:pt>
  </dgm:ptLst>
  <dgm:cxnLst>
    <dgm:cxn modelId="{76F85A0F-3991-4402-820E-451679816489}" type="presOf" srcId="{B1588666-2282-4F07-8633-CD1CADDCA443}" destId="{0B56718A-32A5-4EA9-96F2-242DDD8659EC}" srcOrd="0" destOrd="0" presId="urn:microsoft.com/office/officeart/2005/8/layout/vList2"/>
    <dgm:cxn modelId="{F6E15312-D64B-4F92-A586-016A911AD289}" srcId="{B1588666-2282-4F07-8633-CD1CADDCA443}" destId="{EAF99F25-7A06-4775-8057-67D57441FD58}" srcOrd="2" destOrd="0" parTransId="{DC2D1327-FFD6-4A49-A2DE-B9D8870A9B4D}" sibTransId="{A4CBD794-7347-49F3-B7FD-D922C1591B64}"/>
    <dgm:cxn modelId="{E2C16C19-92B9-4855-AA08-9DF0E9A09272}" srcId="{7C7371F7-4040-4A50-844D-114F9AB5DB53}" destId="{B1588666-2282-4F07-8633-CD1CADDCA443}" srcOrd="2" destOrd="0" parTransId="{3253BF70-4BAD-445B-A33C-00E527E6F47F}" sibTransId="{E0346EB3-5788-450F-AA41-19BE34B3F2A5}"/>
    <dgm:cxn modelId="{0441DC21-86F0-4193-A87C-B71E2D0F8BAD}" type="presOf" srcId="{7C7371F7-4040-4A50-844D-114F9AB5DB53}" destId="{17B49B99-859E-40FC-B83D-B6CD8F35C967}" srcOrd="0" destOrd="0" presId="urn:microsoft.com/office/officeart/2005/8/layout/vList2"/>
    <dgm:cxn modelId="{F23C1928-4566-46D8-9CE6-2186AFB7B8A8}" srcId="{B1588666-2282-4F07-8633-CD1CADDCA443}" destId="{CCE63B42-BD60-407E-809C-CDD30EE13D77}" srcOrd="1" destOrd="0" parTransId="{CCAD05A4-EF5B-4419-B513-F1D770981AB8}" sibTransId="{98D3FC1E-B90C-4232-9980-7FE14BD07C46}"/>
    <dgm:cxn modelId="{F378023F-9EC0-48DB-9557-71CB016B9CDE}" type="presOf" srcId="{EAF99F25-7A06-4775-8057-67D57441FD58}" destId="{9408F2DC-CF3A-43FC-A0C9-D68021FF8977}" srcOrd="0" destOrd="2" presId="urn:microsoft.com/office/officeart/2005/8/layout/vList2"/>
    <dgm:cxn modelId="{65521A55-87F3-4E78-B69D-17E5EF40377D}" type="presOf" srcId="{B11F0D39-C6C1-4499-AFAE-29E1660097F0}" destId="{9408F2DC-CF3A-43FC-A0C9-D68021FF8977}" srcOrd="0" destOrd="0" presId="urn:microsoft.com/office/officeart/2005/8/layout/vList2"/>
    <dgm:cxn modelId="{8F8C825A-CBE9-4778-87B3-10DAB082F911}" srcId="{7C7371F7-4040-4A50-844D-114F9AB5DB53}" destId="{6DFBC05C-E441-41EB-967E-0EFF8056699A}" srcOrd="1" destOrd="0" parTransId="{46E46385-5E6B-4E5E-9D66-578AD4DB4E01}" sibTransId="{9726D960-AA51-4B95-99D6-C05C18B92295}"/>
    <dgm:cxn modelId="{3603B5AC-52A3-4411-A040-4489126C7611}" type="presOf" srcId="{CCE63B42-BD60-407E-809C-CDD30EE13D77}" destId="{9408F2DC-CF3A-43FC-A0C9-D68021FF8977}" srcOrd="0" destOrd="1" presId="urn:microsoft.com/office/officeart/2005/8/layout/vList2"/>
    <dgm:cxn modelId="{4774D4C1-C413-4FAA-81F6-9FC1FFC055FA}" type="presOf" srcId="{32D2C488-BCF7-4C43-935D-EDAE12D67C99}" destId="{BFA58023-2961-44FE-8208-A73731779FDF}" srcOrd="0" destOrd="0" presId="urn:microsoft.com/office/officeart/2005/8/layout/vList2"/>
    <dgm:cxn modelId="{098B85DA-7EC1-4A0F-B666-4F82B5E6D03A}" srcId="{B1588666-2282-4F07-8633-CD1CADDCA443}" destId="{B11F0D39-C6C1-4499-AFAE-29E1660097F0}" srcOrd="0" destOrd="0" parTransId="{E8DB5B64-38B6-4BD1-A7FB-80F6B7BFF03D}" sibTransId="{E936F13D-7239-452D-8E67-02EC2ABC5902}"/>
    <dgm:cxn modelId="{A04538E6-D59A-4138-A43C-BAA6003520E1}" srcId="{7C7371F7-4040-4A50-844D-114F9AB5DB53}" destId="{32D2C488-BCF7-4C43-935D-EDAE12D67C99}" srcOrd="0" destOrd="0" parTransId="{C39B992C-A255-4BC8-8F46-4BA8923A7E61}" sibTransId="{5498034B-E443-4CF6-8DDA-75CBB2672ECD}"/>
    <dgm:cxn modelId="{E5EDD9F3-27A5-45F7-AF15-A46FCFF51ADB}" type="presOf" srcId="{6DFBC05C-E441-41EB-967E-0EFF8056699A}" destId="{D0D33C03-84F0-4765-AB4B-66E8DC6605E8}" srcOrd="0" destOrd="0" presId="urn:microsoft.com/office/officeart/2005/8/layout/vList2"/>
    <dgm:cxn modelId="{BC665400-36DD-4B6B-BD46-3E2DEF06EDE6}" type="presParOf" srcId="{17B49B99-859E-40FC-B83D-B6CD8F35C967}" destId="{BFA58023-2961-44FE-8208-A73731779FDF}" srcOrd="0" destOrd="0" presId="urn:microsoft.com/office/officeart/2005/8/layout/vList2"/>
    <dgm:cxn modelId="{91B2F61E-2CF4-44DF-AD5A-6D6A9D41F8FF}" type="presParOf" srcId="{17B49B99-859E-40FC-B83D-B6CD8F35C967}" destId="{A76C56F0-FD66-463E-8631-DF92B4CAF943}" srcOrd="1" destOrd="0" presId="urn:microsoft.com/office/officeart/2005/8/layout/vList2"/>
    <dgm:cxn modelId="{97AB50F4-890E-41D2-A65E-AE61259BEB6E}" type="presParOf" srcId="{17B49B99-859E-40FC-B83D-B6CD8F35C967}" destId="{D0D33C03-84F0-4765-AB4B-66E8DC6605E8}" srcOrd="2" destOrd="0" presId="urn:microsoft.com/office/officeart/2005/8/layout/vList2"/>
    <dgm:cxn modelId="{9576688B-EB64-4028-BADA-B52D80017293}" type="presParOf" srcId="{17B49B99-859E-40FC-B83D-B6CD8F35C967}" destId="{A0569B2F-5A6E-4B90-AAF7-9E9727A6EE95}" srcOrd="3" destOrd="0" presId="urn:microsoft.com/office/officeart/2005/8/layout/vList2"/>
    <dgm:cxn modelId="{61970C11-FC85-472B-A3B4-835CC9D76D21}" type="presParOf" srcId="{17B49B99-859E-40FC-B83D-B6CD8F35C967}" destId="{0B56718A-32A5-4EA9-96F2-242DDD8659EC}" srcOrd="4" destOrd="0" presId="urn:microsoft.com/office/officeart/2005/8/layout/vList2"/>
    <dgm:cxn modelId="{580532B7-023A-4659-9429-912EBD7893DB}" type="presParOf" srcId="{17B49B99-859E-40FC-B83D-B6CD8F35C967}" destId="{9408F2DC-CF3A-43FC-A0C9-D68021FF8977}"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DE557F-73A0-4717-8CFC-6AB3B0DDC212}">
      <dsp:nvSpPr>
        <dsp:cNvPr id="0" name=""/>
        <dsp:cNvSpPr/>
      </dsp:nvSpPr>
      <dsp:spPr>
        <a:xfrm>
          <a:off x="0" y="17030"/>
          <a:ext cx="10515600" cy="67874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Previous programming assignments to create front end website interface using HTML and CSS for styles</a:t>
          </a:r>
        </a:p>
      </dsp:txBody>
      <dsp:txXfrm>
        <a:off x="33134" y="50164"/>
        <a:ext cx="10449332" cy="612478"/>
      </dsp:txXfrm>
    </dsp:sp>
    <dsp:sp modelId="{C816F802-D9FB-4C3B-904A-7F50F97D2DB3}">
      <dsp:nvSpPr>
        <dsp:cNvPr id="0" name=""/>
        <dsp:cNvSpPr/>
      </dsp:nvSpPr>
      <dsp:spPr>
        <a:xfrm>
          <a:off x="0" y="744736"/>
          <a:ext cx="10515600" cy="67874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Previous programming assignments to create MySQL database and retrieve information to display on front end using PHP code</a:t>
          </a:r>
        </a:p>
      </dsp:txBody>
      <dsp:txXfrm>
        <a:off x="33134" y="777870"/>
        <a:ext cx="10449332" cy="612478"/>
      </dsp:txXfrm>
    </dsp:sp>
    <dsp:sp modelId="{2911192C-387D-4A20-A292-DBBFDF5953FE}">
      <dsp:nvSpPr>
        <dsp:cNvPr id="0" name=""/>
        <dsp:cNvSpPr/>
      </dsp:nvSpPr>
      <dsp:spPr>
        <a:xfrm>
          <a:off x="0" y="1472442"/>
          <a:ext cx="10515600" cy="67874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Research into existing and relevant libraries and APIs to use to accomplish my goals</a:t>
          </a:r>
        </a:p>
      </dsp:txBody>
      <dsp:txXfrm>
        <a:off x="33134" y="1505576"/>
        <a:ext cx="10449332" cy="612478"/>
      </dsp:txXfrm>
    </dsp:sp>
    <dsp:sp modelId="{488F1078-B0E2-4EC4-8EF7-DD03C49A5435}">
      <dsp:nvSpPr>
        <dsp:cNvPr id="0" name=""/>
        <dsp:cNvSpPr/>
      </dsp:nvSpPr>
      <dsp:spPr>
        <a:xfrm>
          <a:off x="0" y="2200149"/>
          <a:ext cx="10515600" cy="67874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Research how React library works to render html page and how it updates</a:t>
          </a:r>
        </a:p>
      </dsp:txBody>
      <dsp:txXfrm>
        <a:off x="33134" y="2233283"/>
        <a:ext cx="10449332" cy="612478"/>
      </dsp:txXfrm>
    </dsp:sp>
    <dsp:sp modelId="{2D1D16D2-B314-417B-9469-456429C5C449}">
      <dsp:nvSpPr>
        <dsp:cNvPr id="0" name=""/>
        <dsp:cNvSpPr/>
      </dsp:nvSpPr>
      <dsp:spPr>
        <a:xfrm>
          <a:off x="0" y="2927855"/>
          <a:ext cx="10515600" cy="67874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Research how to use javascript to create server and APIs that could connect it to react front end</a:t>
          </a:r>
        </a:p>
      </dsp:txBody>
      <dsp:txXfrm>
        <a:off x="33134" y="2960989"/>
        <a:ext cx="10449332" cy="612478"/>
      </dsp:txXfrm>
    </dsp:sp>
    <dsp:sp modelId="{1BCAE6D0-DB8C-4E62-98B3-FBF2444A9891}">
      <dsp:nvSpPr>
        <dsp:cNvPr id="0" name=""/>
        <dsp:cNvSpPr/>
      </dsp:nvSpPr>
      <dsp:spPr>
        <a:xfrm>
          <a:off x="0" y="3655561"/>
          <a:ext cx="10515600" cy="67874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Research how to use unity development environment with C# to create a game </a:t>
          </a:r>
        </a:p>
      </dsp:txBody>
      <dsp:txXfrm>
        <a:off x="33134" y="3688695"/>
        <a:ext cx="10449332" cy="6124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390963-7E49-437D-9F2A-793493A5C173}">
      <dsp:nvSpPr>
        <dsp:cNvPr id="0" name=""/>
        <dsp:cNvSpPr/>
      </dsp:nvSpPr>
      <dsp:spPr>
        <a:xfrm>
          <a:off x="82613" y="9007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C53739-7E90-4164-8BD3-9CB1DA3D3585}">
      <dsp:nvSpPr>
        <dsp:cNvPr id="0" name=""/>
        <dsp:cNvSpPr/>
      </dsp:nvSpPr>
      <dsp:spPr>
        <a:xfrm>
          <a:off x="271034" y="27849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E8F08D-2C26-4718-A616-73FA5D529663}">
      <dsp:nvSpPr>
        <dsp:cNvPr id="0" name=""/>
        <dsp:cNvSpPr/>
      </dsp:nvSpPr>
      <dsp:spPr>
        <a:xfrm>
          <a:off x="1172126"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Login &amp; Sign-Up page</a:t>
          </a:r>
        </a:p>
      </dsp:txBody>
      <dsp:txXfrm>
        <a:off x="1172126" y="90072"/>
        <a:ext cx="2114937" cy="897246"/>
      </dsp:txXfrm>
    </dsp:sp>
    <dsp:sp modelId="{0E1DA747-0C67-4326-A14C-257F819B8F0B}">
      <dsp:nvSpPr>
        <dsp:cNvPr id="0" name=""/>
        <dsp:cNvSpPr/>
      </dsp:nvSpPr>
      <dsp:spPr>
        <a:xfrm>
          <a:off x="3655575" y="9007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BCC2C1-F4C5-4281-A264-3A7FFB4860AA}">
      <dsp:nvSpPr>
        <dsp:cNvPr id="0" name=""/>
        <dsp:cNvSpPr/>
      </dsp:nvSpPr>
      <dsp:spPr>
        <a:xfrm>
          <a:off x="3843996" y="27849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432168-FC45-45D7-9525-71E26AC8DF3E}">
      <dsp:nvSpPr>
        <dsp:cNvPr id="0" name=""/>
        <dsp:cNvSpPr/>
      </dsp:nvSpPr>
      <dsp:spPr>
        <a:xfrm>
          <a:off x="4745088"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Progress and Levels</a:t>
          </a:r>
        </a:p>
      </dsp:txBody>
      <dsp:txXfrm>
        <a:off x="4745088" y="90072"/>
        <a:ext cx="2114937" cy="897246"/>
      </dsp:txXfrm>
    </dsp:sp>
    <dsp:sp modelId="{1E83E068-694E-42D0-901E-EC600E4026A1}">
      <dsp:nvSpPr>
        <dsp:cNvPr id="0" name=""/>
        <dsp:cNvSpPr/>
      </dsp:nvSpPr>
      <dsp:spPr>
        <a:xfrm>
          <a:off x="7228536" y="9007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9BEE04-8640-4568-A5CD-EB3C00B7E3E0}">
      <dsp:nvSpPr>
        <dsp:cNvPr id="0" name=""/>
        <dsp:cNvSpPr/>
      </dsp:nvSpPr>
      <dsp:spPr>
        <a:xfrm>
          <a:off x="7416958" y="27849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CDFCED-C8D0-4179-9AEE-F1CDE85B2AF4}">
      <dsp:nvSpPr>
        <dsp:cNvPr id="0" name=""/>
        <dsp:cNvSpPr/>
      </dsp:nvSpPr>
      <dsp:spPr>
        <a:xfrm>
          <a:off x="8318049"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Customized Learning</a:t>
          </a:r>
        </a:p>
      </dsp:txBody>
      <dsp:txXfrm>
        <a:off x="8318049" y="90072"/>
        <a:ext cx="2114937" cy="897246"/>
      </dsp:txXfrm>
    </dsp:sp>
    <dsp:sp modelId="{6BCBA390-AF7E-4427-A169-E42E506C8576}">
      <dsp:nvSpPr>
        <dsp:cNvPr id="0" name=""/>
        <dsp:cNvSpPr/>
      </dsp:nvSpPr>
      <dsp:spPr>
        <a:xfrm>
          <a:off x="82613" y="1727045"/>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B3DD02-ECC8-401C-960C-43D48F367719}">
      <dsp:nvSpPr>
        <dsp:cNvPr id="0" name=""/>
        <dsp:cNvSpPr/>
      </dsp:nvSpPr>
      <dsp:spPr>
        <a:xfrm>
          <a:off x="271034" y="1915467"/>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53BFA2-C894-4587-AF70-BCBCA2600812}">
      <dsp:nvSpPr>
        <dsp:cNvPr id="0" name=""/>
        <dsp:cNvSpPr/>
      </dsp:nvSpPr>
      <dsp:spPr>
        <a:xfrm>
          <a:off x="1172126"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Learning Modes</a:t>
          </a:r>
        </a:p>
      </dsp:txBody>
      <dsp:txXfrm>
        <a:off x="1172126" y="1727045"/>
        <a:ext cx="2114937" cy="897246"/>
      </dsp:txXfrm>
    </dsp:sp>
    <dsp:sp modelId="{A3A96105-C602-4F91-A94D-52F943CFD49C}">
      <dsp:nvSpPr>
        <dsp:cNvPr id="0" name=""/>
        <dsp:cNvSpPr/>
      </dsp:nvSpPr>
      <dsp:spPr>
        <a:xfrm>
          <a:off x="3655575" y="1727045"/>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EE20C6-4EFD-400E-9DFA-6EAF3204281A}">
      <dsp:nvSpPr>
        <dsp:cNvPr id="0" name=""/>
        <dsp:cNvSpPr/>
      </dsp:nvSpPr>
      <dsp:spPr>
        <a:xfrm>
          <a:off x="3843996" y="1915467"/>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0F8D61-77B3-4503-B3C3-7B893E29CDF8}">
      <dsp:nvSpPr>
        <dsp:cNvPr id="0" name=""/>
        <dsp:cNvSpPr/>
      </dsp:nvSpPr>
      <dsp:spPr>
        <a:xfrm>
          <a:off x="4745088"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Saved User Scores &amp; Question Difficulty</a:t>
          </a:r>
        </a:p>
      </dsp:txBody>
      <dsp:txXfrm>
        <a:off x="4745088" y="1727045"/>
        <a:ext cx="2114937" cy="897246"/>
      </dsp:txXfrm>
    </dsp:sp>
    <dsp:sp modelId="{3EC8E8DC-9428-4EF8-94EC-2848BD1612B8}">
      <dsp:nvSpPr>
        <dsp:cNvPr id="0" name=""/>
        <dsp:cNvSpPr/>
      </dsp:nvSpPr>
      <dsp:spPr>
        <a:xfrm>
          <a:off x="7228536" y="1727045"/>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90E9A4-3818-42AB-BBE7-88A8B689A0CF}">
      <dsp:nvSpPr>
        <dsp:cNvPr id="0" name=""/>
        <dsp:cNvSpPr/>
      </dsp:nvSpPr>
      <dsp:spPr>
        <a:xfrm>
          <a:off x="7416958" y="1915467"/>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66FFE6-E6F7-4E3F-8464-7BA48BC0A268}">
      <dsp:nvSpPr>
        <dsp:cNvPr id="0" name=""/>
        <dsp:cNvSpPr/>
      </dsp:nvSpPr>
      <dsp:spPr>
        <a:xfrm>
          <a:off x="8318049"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Game </a:t>
          </a:r>
        </a:p>
      </dsp:txBody>
      <dsp:txXfrm>
        <a:off x="8318049" y="1727045"/>
        <a:ext cx="2114937" cy="897246"/>
      </dsp:txXfrm>
    </dsp:sp>
    <dsp:sp modelId="{FA1C531A-66DC-4E0F-A338-B4E0EB3C6F4F}">
      <dsp:nvSpPr>
        <dsp:cNvPr id="0" name=""/>
        <dsp:cNvSpPr/>
      </dsp:nvSpPr>
      <dsp:spPr>
        <a:xfrm>
          <a:off x="82613" y="336401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8D2804-98F0-464C-99C5-1275701DCF36}">
      <dsp:nvSpPr>
        <dsp:cNvPr id="0" name=""/>
        <dsp:cNvSpPr/>
      </dsp:nvSpPr>
      <dsp:spPr>
        <a:xfrm>
          <a:off x="271034" y="3552441"/>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C63163-6358-4636-9194-DC0B72217F97}">
      <dsp:nvSpPr>
        <dsp:cNvPr id="0" name=""/>
        <dsp:cNvSpPr/>
      </dsp:nvSpPr>
      <dsp:spPr>
        <a:xfrm>
          <a:off x="1172126" y="336401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Chat between users</a:t>
          </a:r>
        </a:p>
      </dsp:txBody>
      <dsp:txXfrm>
        <a:off x="1172126" y="3364019"/>
        <a:ext cx="2114937" cy="897246"/>
      </dsp:txXfrm>
    </dsp:sp>
    <dsp:sp modelId="{7929A0DC-3FF5-44A2-85E1-60A71DFD60FE}">
      <dsp:nvSpPr>
        <dsp:cNvPr id="0" name=""/>
        <dsp:cNvSpPr/>
      </dsp:nvSpPr>
      <dsp:spPr>
        <a:xfrm>
          <a:off x="3655575" y="336401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E9011F-EA2E-498B-A674-0B453249B617}">
      <dsp:nvSpPr>
        <dsp:cNvPr id="0" name=""/>
        <dsp:cNvSpPr/>
      </dsp:nvSpPr>
      <dsp:spPr>
        <a:xfrm>
          <a:off x="3843996" y="3552441"/>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066601-32C0-482B-83EB-D9412A439A38}">
      <dsp:nvSpPr>
        <dsp:cNvPr id="0" name=""/>
        <dsp:cNvSpPr/>
      </dsp:nvSpPr>
      <dsp:spPr>
        <a:xfrm>
          <a:off x="4745088" y="336401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Security </a:t>
          </a:r>
        </a:p>
      </dsp:txBody>
      <dsp:txXfrm>
        <a:off x="4745088" y="3364019"/>
        <a:ext cx="2114937" cy="8972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A58023-2961-44FE-8208-A73731779FDF}">
      <dsp:nvSpPr>
        <dsp:cNvPr id="0" name=""/>
        <dsp:cNvSpPr/>
      </dsp:nvSpPr>
      <dsp:spPr>
        <a:xfrm>
          <a:off x="0" y="107896"/>
          <a:ext cx="10515600" cy="7125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6 6</a:t>
          </a:r>
          <a:r>
            <a:rPr lang="en-US" sz="2900" kern="1200" baseline="30000"/>
            <a:t>th</a:t>
          </a:r>
          <a:r>
            <a:rPr lang="en-US" sz="2900" kern="1200"/>
            <a:t> graders at my former elementary school tested the website</a:t>
          </a:r>
        </a:p>
      </dsp:txBody>
      <dsp:txXfrm>
        <a:off x="34783" y="142679"/>
        <a:ext cx="10446034" cy="642964"/>
      </dsp:txXfrm>
    </dsp:sp>
    <dsp:sp modelId="{D0D33C03-84F0-4765-AB4B-66E8DC6605E8}">
      <dsp:nvSpPr>
        <dsp:cNvPr id="0" name=""/>
        <dsp:cNvSpPr/>
      </dsp:nvSpPr>
      <dsp:spPr>
        <a:xfrm>
          <a:off x="0" y="903946"/>
          <a:ext cx="10515600" cy="7125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The results were very positive</a:t>
          </a:r>
        </a:p>
      </dsp:txBody>
      <dsp:txXfrm>
        <a:off x="34783" y="938729"/>
        <a:ext cx="10446034" cy="642964"/>
      </dsp:txXfrm>
    </dsp:sp>
    <dsp:sp modelId="{0B56718A-32A5-4EA9-96F2-242DDD8659EC}">
      <dsp:nvSpPr>
        <dsp:cNvPr id="0" name=""/>
        <dsp:cNvSpPr/>
      </dsp:nvSpPr>
      <dsp:spPr>
        <a:xfrm>
          <a:off x="0" y="1699996"/>
          <a:ext cx="10515600" cy="7125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Yes Or No Feedback</a:t>
          </a:r>
        </a:p>
      </dsp:txBody>
      <dsp:txXfrm>
        <a:off x="34783" y="1734779"/>
        <a:ext cx="10446034" cy="642964"/>
      </dsp:txXfrm>
    </dsp:sp>
    <dsp:sp modelId="{9408F2DC-CF3A-43FC-A0C9-D68021FF8977}">
      <dsp:nvSpPr>
        <dsp:cNvPr id="0" name=""/>
        <dsp:cNvSpPr/>
      </dsp:nvSpPr>
      <dsp:spPr>
        <a:xfrm>
          <a:off x="0" y="2412526"/>
          <a:ext cx="10515600" cy="18309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en-US" sz="2300" kern="1200"/>
            <a:t>5/6 students said the website was easy to move around on (83%)</a:t>
          </a:r>
        </a:p>
        <a:p>
          <a:pPr marL="228600" lvl="1" indent="-228600" algn="l" defTabSz="1022350">
            <a:lnSpc>
              <a:spcPct val="90000"/>
            </a:lnSpc>
            <a:spcBef>
              <a:spcPct val="0"/>
            </a:spcBef>
            <a:spcAft>
              <a:spcPct val="20000"/>
            </a:spcAft>
            <a:buChar char="•"/>
          </a:pPr>
          <a:r>
            <a:rPr lang="en-US" sz="2300" kern="1200"/>
            <a:t>6/6 students said the game was fun and helps students practice what they learned in school (100%)</a:t>
          </a:r>
        </a:p>
        <a:p>
          <a:pPr marL="228600" lvl="1" indent="-228600" algn="l" defTabSz="1022350">
            <a:lnSpc>
              <a:spcPct val="90000"/>
            </a:lnSpc>
            <a:spcBef>
              <a:spcPct val="0"/>
            </a:spcBef>
            <a:spcAft>
              <a:spcPct val="20000"/>
            </a:spcAft>
            <a:buChar char="•"/>
          </a:pPr>
          <a:r>
            <a:rPr lang="en-US" sz="2300" kern="1200"/>
            <a:t>6/6 students said they enjoyed being able to see their scores and other user’s scores immediately (100%)</a:t>
          </a:r>
        </a:p>
      </dsp:txBody>
      <dsp:txXfrm>
        <a:off x="0" y="2412526"/>
        <a:ext cx="10515600" cy="183091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8751-4332-BCC1-45A2-D9C7342E1F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4208C8-F41A-882F-EAC4-755B4E4481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22A917-F288-37B9-D664-BCB0F1D4A52B}"/>
              </a:ext>
            </a:extLst>
          </p:cNvPr>
          <p:cNvSpPr>
            <a:spLocks noGrp="1"/>
          </p:cNvSpPr>
          <p:nvPr>
            <p:ph type="dt" sz="half" idx="10"/>
          </p:nvPr>
        </p:nvSpPr>
        <p:spPr/>
        <p:txBody>
          <a:bodyPr/>
          <a:lstStyle/>
          <a:p>
            <a:fld id="{D90BAAE6-8087-491E-9924-92861A421E29}" type="datetimeFigureOut">
              <a:rPr lang="en-US" smtClean="0"/>
              <a:t>4/23/2026</a:t>
            </a:fld>
            <a:endParaRPr lang="en-US"/>
          </a:p>
        </p:txBody>
      </p:sp>
      <p:sp>
        <p:nvSpPr>
          <p:cNvPr id="5" name="Footer Placeholder 4">
            <a:extLst>
              <a:ext uri="{FF2B5EF4-FFF2-40B4-BE49-F238E27FC236}">
                <a16:creationId xmlns:a16="http://schemas.microsoft.com/office/drawing/2014/main" id="{FD9573A8-33E0-7C69-7619-A01BC9CA92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E344F4-CBEF-2CF4-6F4D-5AA098A25A50}"/>
              </a:ext>
            </a:extLst>
          </p:cNvPr>
          <p:cNvSpPr>
            <a:spLocks noGrp="1"/>
          </p:cNvSpPr>
          <p:nvPr>
            <p:ph type="sldNum" sz="quarter" idx="12"/>
          </p:nvPr>
        </p:nvSpPr>
        <p:spPr/>
        <p:txBody>
          <a:bodyPr/>
          <a:lstStyle/>
          <a:p>
            <a:fld id="{AB41E5FE-5B52-4313-9ACD-E5FF33CAAEF3}" type="slidenum">
              <a:rPr lang="en-US" smtClean="0"/>
              <a:t>‹#›</a:t>
            </a:fld>
            <a:endParaRPr lang="en-US"/>
          </a:p>
        </p:txBody>
      </p:sp>
    </p:spTree>
    <p:extLst>
      <p:ext uri="{BB962C8B-B14F-4D97-AF65-F5344CB8AC3E}">
        <p14:creationId xmlns:p14="http://schemas.microsoft.com/office/powerpoint/2010/main" val="4220465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8BF95-CF03-4D0C-CE10-181C475B48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D4A0C4-01BF-A136-3AAD-C571B548BF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FD2F8-66F0-6ACC-84E5-0A2F48A7221A}"/>
              </a:ext>
            </a:extLst>
          </p:cNvPr>
          <p:cNvSpPr>
            <a:spLocks noGrp="1"/>
          </p:cNvSpPr>
          <p:nvPr>
            <p:ph type="dt" sz="half" idx="10"/>
          </p:nvPr>
        </p:nvSpPr>
        <p:spPr/>
        <p:txBody>
          <a:bodyPr/>
          <a:lstStyle/>
          <a:p>
            <a:fld id="{D90BAAE6-8087-491E-9924-92861A421E29}" type="datetimeFigureOut">
              <a:rPr lang="en-US" smtClean="0"/>
              <a:t>4/23/2026</a:t>
            </a:fld>
            <a:endParaRPr lang="en-US"/>
          </a:p>
        </p:txBody>
      </p:sp>
      <p:sp>
        <p:nvSpPr>
          <p:cNvPr id="5" name="Footer Placeholder 4">
            <a:extLst>
              <a:ext uri="{FF2B5EF4-FFF2-40B4-BE49-F238E27FC236}">
                <a16:creationId xmlns:a16="http://schemas.microsoft.com/office/drawing/2014/main" id="{7A4CA123-3C8E-1DD2-9D7B-D611CBAD21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E515A6-8F78-0D36-512A-C1516E5B8358}"/>
              </a:ext>
            </a:extLst>
          </p:cNvPr>
          <p:cNvSpPr>
            <a:spLocks noGrp="1"/>
          </p:cNvSpPr>
          <p:nvPr>
            <p:ph type="sldNum" sz="quarter" idx="12"/>
          </p:nvPr>
        </p:nvSpPr>
        <p:spPr/>
        <p:txBody>
          <a:bodyPr/>
          <a:lstStyle/>
          <a:p>
            <a:fld id="{AB41E5FE-5B52-4313-9ACD-E5FF33CAAEF3}" type="slidenum">
              <a:rPr lang="en-US" smtClean="0"/>
              <a:t>‹#›</a:t>
            </a:fld>
            <a:endParaRPr lang="en-US"/>
          </a:p>
        </p:txBody>
      </p:sp>
    </p:spTree>
    <p:extLst>
      <p:ext uri="{BB962C8B-B14F-4D97-AF65-F5344CB8AC3E}">
        <p14:creationId xmlns:p14="http://schemas.microsoft.com/office/powerpoint/2010/main" val="1561868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FBA7A-623C-6B70-B2B7-154AD83834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6AAA9A4-9F60-0E0F-125D-EDB64A989D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656A05-7AD6-F7F1-CA4D-80384A1181CF}"/>
              </a:ext>
            </a:extLst>
          </p:cNvPr>
          <p:cNvSpPr>
            <a:spLocks noGrp="1"/>
          </p:cNvSpPr>
          <p:nvPr>
            <p:ph type="dt" sz="half" idx="10"/>
          </p:nvPr>
        </p:nvSpPr>
        <p:spPr/>
        <p:txBody>
          <a:bodyPr/>
          <a:lstStyle/>
          <a:p>
            <a:fld id="{D90BAAE6-8087-491E-9924-92861A421E29}" type="datetimeFigureOut">
              <a:rPr lang="en-US" smtClean="0"/>
              <a:t>4/23/2026</a:t>
            </a:fld>
            <a:endParaRPr lang="en-US"/>
          </a:p>
        </p:txBody>
      </p:sp>
      <p:sp>
        <p:nvSpPr>
          <p:cNvPr id="5" name="Footer Placeholder 4">
            <a:extLst>
              <a:ext uri="{FF2B5EF4-FFF2-40B4-BE49-F238E27FC236}">
                <a16:creationId xmlns:a16="http://schemas.microsoft.com/office/drawing/2014/main" id="{C0CB5F0B-7A1C-6929-E20F-8CA88518AE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4E2205-BD03-D76F-B61C-C7B00A751AAF}"/>
              </a:ext>
            </a:extLst>
          </p:cNvPr>
          <p:cNvSpPr>
            <a:spLocks noGrp="1"/>
          </p:cNvSpPr>
          <p:nvPr>
            <p:ph type="sldNum" sz="quarter" idx="12"/>
          </p:nvPr>
        </p:nvSpPr>
        <p:spPr/>
        <p:txBody>
          <a:bodyPr/>
          <a:lstStyle/>
          <a:p>
            <a:fld id="{AB41E5FE-5B52-4313-9ACD-E5FF33CAAEF3}" type="slidenum">
              <a:rPr lang="en-US" smtClean="0"/>
              <a:t>‹#›</a:t>
            </a:fld>
            <a:endParaRPr lang="en-US"/>
          </a:p>
        </p:txBody>
      </p:sp>
    </p:spTree>
    <p:extLst>
      <p:ext uri="{BB962C8B-B14F-4D97-AF65-F5344CB8AC3E}">
        <p14:creationId xmlns:p14="http://schemas.microsoft.com/office/powerpoint/2010/main" val="2122505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DF905-D6E9-4968-CE62-B145964140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BD7373-3D5A-D319-D2EA-2C48F6E226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6310EAD-896D-EA0E-2DE4-5E5BBFCA88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C80F88D-67B1-1372-3B84-A5E1AF016BED}"/>
              </a:ext>
            </a:extLst>
          </p:cNvPr>
          <p:cNvSpPr>
            <a:spLocks noGrp="1"/>
          </p:cNvSpPr>
          <p:nvPr>
            <p:ph type="dt" sz="half" idx="10"/>
          </p:nvPr>
        </p:nvSpPr>
        <p:spPr/>
        <p:txBody>
          <a:bodyPr/>
          <a:lstStyle/>
          <a:p>
            <a:fld id="{D90BAAE6-8087-491E-9924-92861A421E29}" type="datetimeFigureOut">
              <a:rPr lang="en-US" smtClean="0"/>
              <a:t>4/23/2026</a:t>
            </a:fld>
            <a:endParaRPr lang="en-US"/>
          </a:p>
        </p:txBody>
      </p:sp>
      <p:sp>
        <p:nvSpPr>
          <p:cNvPr id="6" name="Footer Placeholder 5">
            <a:extLst>
              <a:ext uri="{FF2B5EF4-FFF2-40B4-BE49-F238E27FC236}">
                <a16:creationId xmlns:a16="http://schemas.microsoft.com/office/drawing/2014/main" id="{27EFDAD3-303D-D8A0-71BA-5F5A0110D3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7C7BAE-30AE-7451-40FF-59021AACF2DA}"/>
              </a:ext>
            </a:extLst>
          </p:cNvPr>
          <p:cNvSpPr>
            <a:spLocks noGrp="1"/>
          </p:cNvSpPr>
          <p:nvPr>
            <p:ph type="sldNum" sz="quarter" idx="12"/>
          </p:nvPr>
        </p:nvSpPr>
        <p:spPr/>
        <p:txBody>
          <a:bodyPr/>
          <a:lstStyle/>
          <a:p>
            <a:fld id="{AB41E5FE-5B52-4313-9ACD-E5FF33CAAEF3}" type="slidenum">
              <a:rPr lang="en-US" smtClean="0"/>
              <a:t>‹#›</a:t>
            </a:fld>
            <a:endParaRPr lang="en-US"/>
          </a:p>
        </p:txBody>
      </p:sp>
    </p:spTree>
    <p:extLst>
      <p:ext uri="{BB962C8B-B14F-4D97-AF65-F5344CB8AC3E}">
        <p14:creationId xmlns:p14="http://schemas.microsoft.com/office/powerpoint/2010/main" val="1163629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168E4-EF70-16B4-6058-09D2A226A8C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F24E84-CA0F-62FA-9AC8-999F248FC8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D5063-8534-E6BD-BCF5-46A97A81FF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4EBA6F4-A4BA-2260-15D5-2EE3407FB0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A1D5DF-946F-ADBD-3533-6BAF7D9803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75E89A5-1F1A-47EB-C28D-1A0ED40F88DC}"/>
              </a:ext>
            </a:extLst>
          </p:cNvPr>
          <p:cNvSpPr>
            <a:spLocks noGrp="1"/>
          </p:cNvSpPr>
          <p:nvPr>
            <p:ph type="dt" sz="half" idx="10"/>
          </p:nvPr>
        </p:nvSpPr>
        <p:spPr/>
        <p:txBody>
          <a:bodyPr/>
          <a:lstStyle/>
          <a:p>
            <a:fld id="{D90BAAE6-8087-491E-9924-92861A421E29}" type="datetimeFigureOut">
              <a:rPr lang="en-US" smtClean="0"/>
              <a:t>4/23/2026</a:t>
            </a:fld>
            <a:endParaRPr lang="en-US"/>
          </a:p>
        </p:txBody>
      </p:sp>
      <p:sp>
        <p:nvSpPr>
          <p:cNvPr id="8" name="Footer Placeholder 7">
            <a:extLst>
              <a:ext uri="{FF2B5EF4-FFF2-40B4-BE49-F238E27FC236}">
                <a16:creationId xmlns:a16="http://schemas.microsoft.com/office/drawing/2014/main" id="{F18B9376-476B-251C-AC33-CE9FB7CBFE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D8C718-A683-99CA-4D6F-6B8FCFC57DBC}"/>
              </a:ext>
            </a:extLst>
          </p:cNvPr>
          <p:cNvSpPr>
            <a:spLocks noGrp="1"/>
          </p:cNvSpPr>
          <p:nvPr>
            <p:ph type="sldNum" sz="quarter" idx="12"/>
          </p:nvPr>
        </p:nvSpPr>
        <p:spPr/>
        <p:txBody>
          <a:bodyPr/>
          <a:lstStyle/>
          <a:p>
            <a:fld id="{AB41E5FE-5B52-4313-9ACD-E5FF33CAAEF3}" type="slidenum">
              <a:rPr lang="en-US" smtClean="0"/>
              <a:t>‹#›</a:t>
            </a:fld>
            <a:endParaRPr lang="en-US"/>
          </a:p>
        </p:txBody>
      </p:sp>
    </p:spTree>
    <p:extLst>
      <p:ext uri="{BB962C8B-B14F-4D97-AF65-F5344CB8AC3E}">
        <p14:creationId xmlns:p14="http://schemas.microsoft.com/office/powerpoint/2010/main" val="3631939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22100-DA84-D1D9-1DDB-DAD979E7136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DFB0DE-7737-EFF4-53CB-C79116BBBAC1}"/>
              </a:ext>
            </a:extLst>
          </p:cNvPr>
          <p:cNvSpPr>
            <a:spLocks noGrp="1"/>
          </p:cNvSpPr>
          <p:nvPr>
            <p:ph type="dt" sz="half" idx="10"/>
          </p:nvPr>
        </p:nvSpPr>
        <p:spPr/>
        <p:txBody>
          <a:bodyPr/>
          <a:lstStyle/>
          <a:p>
            <a:fld id="{D90BAAE6-8087-491E-9924-92861A421E29}" type="datetimeFigureOut">
              <a:rPr lang="en-US" smtClean="0"/>
              <a:t>4/23/2026</a:t>
            </a:fld>
            <a:endParaRPr lang="en-US"/>
          </a:p>
        </p:txBody>
      </p:sp>
      <p:sp>
        <p:nvSpPr>
          <p:cNvPr id="4" name="Footer Placeholder 3">
            <a:extLst>
              <a:ext uri="{FF2B5EF4-FFF2-40B4-BE49-F238E27FC236}">
                <a16:creationId xmlns:a16="http://schemas.microsoft.com/office/drawing/2014/main" id="{08970348-73D3-8C08-91C7-FA7609CC4C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87A0F1-841A-F56B-92EE-08AE0199AB0E}"/>
              </a:ext>
            </a:extLst>
          </p:cNvPr>
          <p:cNvSpPr>
            <a:spLocks noGrp="1"/>
          </p:cNvSpPr>
          <p:nvPr>
            <p:ph type="sldNum" sz="quarter" idx="12"/>
          </p:nvPr>
        </p:nvSpPr>
        <p:spPr/>
        <p:txBody>
          <a:bodyPr/>
          <a:lstStyle/>
          <a:p>
            <a:fld id="{AB41E5FE-5B52-4313-9ACD-E5FF33CAAEF3}" type="slidenum">
              <a:rPr lang="en-US" smtClean="0"/>
              <a:t>‹#›</a:t>
            </a:fld>
            <a:endParaRPr lang="en-US"/>
          </a:p>
        </p:txBody>
      </p:sp>
    </p:spTree>
    <p:extLst>
      <p:ext uri="{BB962C8B-B14F-4D97-AF65-F5344CB8AC3E}">
        <p14:creationId xmlns:p14="http://schemas.microsoft.com/office/powerpoint/2010/main" val="1669485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C72F0E-C2AC-0C55-DC1B-89D2E0D8C38E}"/>
              </a:ext>
            </a:extLst>
          </p:cNvPr>
          <p:cNvSpPr>
            <a:spLocks noGrp="1"/>
          </p:cNvSpPr>
          <p:nvPr>
            <p:ph type="dt" sz="half" idx="10"/>
          </p:nvPr>
        </p:nvSpPr>
        <p:spPr/>
        <p:txBody>
          <a:bodyPr/>
          <a:lstStyle/>
          <a:p>
            <a:fld id="{D90BAAE6-8087-491E-9924-92861A421E29}" type="datetimeFigureOut">
              <a:rPr lang="en-US" smtClean="0"/>
              <a:t>4/23/2026</a:t>
            </a:fld>
            <a:endParaRPr lang="en-US"/>
          </a:p>
        </p:txBody>
      </p:sp>
      <p:sp>
        <p:nvSpPr>
          <p:cNvPr id="3" name="Footer Placeholder 2">
            <a:extLst>
              <a:ext uri="{FF2B5EF4-FFF2-40B4-BE49-F238E27FC236}">
                <a16:creationId xmlns:a16="http://schemas.microsoft.com/office/drawing/2014/main" id="{3FB9520B-42FF-6949-8F3E-CC6EFD7837B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64E331-A959-3B5B-9219-31FE28EEE7DA}"/>
              </a:ext>
            </a:extLst>
          </p:cNvPr>
          <p:cNvSpPr>
            <a:spLocks noGrp="1"/>
          </p:cNvSpPr>
          <p:nvPr>
            <p:ph type="sldNum" sz="quarter" idx="12"/>
          </p:nvPr>
        </p:nvSpPr>
        <p:spPr/>
        <p:txBody>
          <a:bodyPr/>
          <a:lstStyle/>
          <a:p>
            <a:fld id="{AB41E5FE-5B52-4313-9ACD-E5FF33CAAEF3}" type="slidenum">
              <a:rPr lang="en-US" smtClean="0"/>
              <a:t>‹#›</a:t>
            </a:fld>
            <a:endParaRPr lang="en-US"/>
          </a:p>
        </p:txBody>
      </p:sp>
    </p:spTree>
    <p:extLst>
      <p:ext uri="{BB962C8B-B14F-4D97-AF65-F5344CB8AC3E}">
        <p14:creationId xmlns:p14="http://schemas.microsoft.com/office/powerpoint/2010/main" val="1577417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838BD-9E49-C87B-283B-36A1455302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D5F27D-FDAA-F50A-F6F9-067DD052CF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D5F5F81-0A51-64E2-E953-C5DAE26D95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6060DF-DC68-CBF0-35CD-08FD4EED3F72}"/>
              </a:ext>
            </a:extLst>
          </p:cNvPr>
          <p:cNvSpPr>
            <a:spLocks noGrp="1"/>
          </p:cNvSpPr>
          <p:nvPr>
            <p:ph type="dt" sz="half" idx="10"/>
          </p:nvPr>
        </p:nvSpPr>
        <p:spPr/>
        <p:txBody>
          <a:bodyPr/>
          <a:lstStyle/>
          <a:p>
            <a:fld id="{D90BAAE6-8087-491E-9924-92861A421E29}" type="datetimeFigureOut">
              <a:rPr lang="en-US" smtClean="0"/>
              <a:t>4/23/2026</a:t>
            </a:fld>
            <a:endParaRPr lang="en-US"/>
          </a:p>
        </p:txBody>
      </p:sp>
      <p:sp>
        <p:nvSpPr>
          <p:cNvPr id="6" name="Footer Placeholder 5">
            <a:extLst>
              <a:ext uri="{FF2B5EF4-FFF2-40B4-BE49-F238E27FC236}">
                <a16:creationId xmlns:a16="http://schemas.microsoft.com/office/drawing/2014/main" id="{913DC2E5-C57F-B6EA-1893-631380B273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7F2E8B-5771-6C0B-1310-C41A1DB9DF6B}"/>
              </a:ext>
            </a:extLst>
          </p:cNvPr>
          <p:cNvSpPr>
            <a:spLocks noGrp="1"/>
          </p:cNvSpPr>
          <p:nvPr>
            <p:ph type="sldNum" sz="quarter" idx="12"/>
          </p:nvPr>
        </p:nvSpPr>
        <p:spPr/>
        <p:txBody>
          <a:bodyPr/>
          <a:lstStyle/>
          <a:p>
            <a:fld id="{AB41E5FE-5B52-4313-9ACD-E5FF33CAAEF3}" type="slidenum">
              <a:rPr lang="en-US" smtClean="0"/>
              <a:t>‹#›</a:t>
            </a:fld>
            <a:endParaRPr lang="en-US"/>
          </a:p>
        </p:txBody>
      </p:sp>
    </p:spTree>
    <p:extLst>
      <p:ext uri="{BB962C8B-B14F-4D97-AF65-F5344CB8AC3E}">
        <p14:creationId xmlns:p14="http://schemas.microsoft.com/office/powerpoint/2010/main" val="15811799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12B45-856D-CF45-E463-6DC9324887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2C49BC5-84D8-5908-7604-EAEA79A955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7183297-08AB-93EE-67D5-51B741A9C1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A708A5-8AC8-D398-3D00-3B74A82830C4}"/>
              </a:ext>
            </a:extLst>
          </p:cNvPr>
          <p:cNvSpPr>
            <a:spLocks noGrp="1"/>
          </p:cNvSpPr>
          <p:nvPr>
            <p:ph type="dt" sz="half" idx="10"/>
          </p:nvPr>
        </p:nvSpPr>
        <p:spPr/>
        <p:txBody>
          <a:bodyPr/>
          <a:lstStyle/>
          <a:p>
            <a:fld id="{D90BAAE6-8087-491E-9924-92861A421E29}" type="datetimeFigureOut">
              <a:rPr lang="en-US" smtClean="0"/>
              <a:t>4/23/2026</a:t>
            </a:fld>
            <a:endParaRPr lang="en-US"/>
          </a:p>
        </p:txBody>
      </p:sp>
      <p:sp>
        <p:nvSpPr>
          <p:cNvPr id="6" name="Footer Placeholder 5">
            <a:extLst>
              <a:ext uri="{FF2B5EF4-FFF2-40B4-BE49-F238E27FC236}">
                <a16:creationId xmlns:a16="http://schemas.microsoft.com/office/drawing/2014/main" id="{66CEAEE4-0E1A-11CA-EB22-8D3B90ED75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F5FE9B-9887-CD57-9957-2FD445E43D33}"/>
              </a:ext>
            </a:extLst>
          </p:cNvPr>
          <p:cNvSpPr>
            <a:spLocks noGrp="1"/>
          </p:cNvSpPr>
          <p:nvPr>
            <p:ph type="sldNum" sz="quarter" idx="12"/>
          </p:nvPr>
        </p:nvSpPr>
        <p:spPr/>
        <p:txBody>
          <a:bodyPr/>
          <a:lstStyle/>
          <a:p>
            <a:fld id="{AB41E5FE-5B52-4313-9ACD-E5FF33CAAEF3}" type="slidenum">
              <a:rPr lang="en-US" smtClean="0"/>
              <a:t>‹#›</a:t>
            </a:fld>
            <a:endParaRPr lang="en-US"/>
          </a:p>
        </p:txBody>
      </p:sp>
    </p:spTree>
    <p:extLst>
      <p:ext uri="{BB962C8B-B14F-4D97-AF65-F5344CB8AC3E}">
        <p14:creationId xmlns:p14="http://schemas.microsoft.com/office/powerpoint/2010/main" val="21256968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0AF2E-8E07-0605-817C-FCBCC13875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5C127E-214C-02E9-036F-37293993E2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ACAB4A-32CA-869C-69AF-41A828959395}"/>
              </a:ext>
            </a:extLst>
          </p:cNvPr>
          <p:cNvSpPr>
            <a:spLocks noGrp="1"/>
          </p:cNvSpPr>
          <p:nvPr>
            <p:ph type="dt" sz="half" idx="10"/>
          </p:nvPr>
        </p:nvSpPr>
        <p:spPr/>
        <p:txBody>
          <a:bodyPr/>
          <a:lstStyle/>
          <a:p>
            <a:fld id="{D90BAAE6-8087-491E-9924-92861A421E29}" type="datetimeFigureOut">
              <a:rPr lang="en-US" smtClean="0"/>
              <a:t>4/23/2026</a:t>
            </a:fld>
            <a:endParaRPr lang="en-US"/>
          </a:p>
        </p:txBody>
      </p:sp>
      <p:sp>
        <p:nvSpPr>
          <p:cNvPr id="5" name="Footer Placeholder 4">
            <a:extLst>
              <a:ext uri="{FF2B5EF4-FFF2-40B4-BE49-F238E27FC236}">
                <a16:creationId xmlns:a16="http://schemas.microsoft.com/office/drawing/2014/main" id="{F34A9D0B-5D92-62E3-7FF2-BD9D4B36B1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98DDDE-EB38-87E4-14B7-E8A289F819DF}"/>
              </a:ext>
            </a:extLst>
          </p:cNvPr>
          <p:cNvSpPr>
            <a:spLocks noGrp="1"/>
          </p:cNvSpPr>
          <p:nvPr>
            <p:ph type="sldNum" sz="quarter" idx="12"/>
          </p:nvPr>
        </p:nvSpPr>
        <p:spPr/>
        <p:txBody>
          <a:bodyPr/>
          <a:lstStyle/>
          <a:p>
            <a:fld id="{AB41E5FE-5B52-4313-9ACD-E5FF33CAAEF3}" type="slidenum">
              <a:rPr lang="en-US" smtClean="0"/>
              <a:t>‹#›</a:t>
            </a:fld>
            <a:endParaRPr lang="en-US"/>
          </a:p>
        </p:txBody>
      </p:sp>
    </p:spTree>
    <p:extLst>
      <p:ext uri="{BB962C8B-B14F-4D97-AF65-F5344CB8AC3E}">
        <p14:creationId xmlns:p14="http://schemas.microsoft.com/office/powerpoint/2010/main" val="438616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CBC016-CA12-5C05-38E2-A2493AF30A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65B8709-5988-2C3A-E7C2-9726EFA7D9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DC9655-228F-71D8-3091-0FD0822AB892}"/>
              </a:ext>
            </a:extLst>
          </p:cNvPr>
          <p:cNvSpPr>
            <a:spLocks noGrp="1"/>
          </p:cNvSpPr>
          <p:nvPr>
            <p:ph type="dt" sz="half" idx="10"/>
          </p:nvPr>
        </p:nvSpPr>
        <p:spPr/>
        <p:txBody>
          <a:bodyPr/>
          <a:lstStyle/>
          <a:p>
            <a:fld id="{D90BAAE6-8087-491E-9924-92861A421E29}" type="datetimeFigureOut">
              <a:rPr lang="en-US" smtClean="0"/>
              <a:t>4/23/2026</a:t>
            </a:fld>
            <a:endParaRPr lang="en-US"/>
          </a:p>
        </p:txBody>
      </p:sp>
      <p:sp>
        <p:nvSpPr>
          <p:cNvPr id="5" name="Footer Placeholder 4">
            <a:extLst>
              <a:ext uri="{FF2B5EF4-FFF2-40B4-BE49-F238E27FC236}">
                <a16:creationId xmlns:a16="http://schemas.microsoft.com/office/drawing/2014/main" id="{8A9A72D7-B622-830B-B81A-0157EF6BFB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01DA16-4BD1-998A-76A7-EB125401A0D4}"/>
              </a:ext>
            </a:extLst>
          </p:cNvPr>
          <p:cNvSpPr>
            <a:spLocks noGrp="1"/>
          </p:cNvSpPr>
          <p:nvPr>
            <p:ph type="sldNum" sz="quarter" idx="12"/>
          </p:nvPr>
        </p:nvSpPr>
        <p:spPr/>
        <p:txBody>
          <a:bodyPr/>
          <a:lstStyle/>
          <a:p>
            <a:fld id="{AB41E5FE-5B52-4313-9ACD-E5FF33CAAEF3}" type="slidenum">
              <a:rPr lang="en-US" smtClean="0"/>
              <a:t>‹#›</a:t>
            </a:fld>
            <a:endParaRPr lang="en-US"/>
          </a:p>
        </p:txBody>
      </p:sp>
    </p:spTree>
    <p:extLst>
      <p:ext uri="{BB962C8B-B14F-4D97-AF65-F5344CB8AC3E}">
        <p14:creationId xmlns:p14="http://schemas.microsoft.com/office/powerpoint/2010/main" val="2382468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B5759D-DA5E-AD1C-0FB4-32CF67F3A7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5DF6B4-7CD0-1D02-D7E5-8D3B7963FF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9811D6-AD80-DD40-4C27-0F99DAD0F6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0BAAE6-8087-491E-9924-92861A421E29}" type="datetimeFigureOut">
              <a:rPr lang="en-US" smtClean="0"/>
              <a:t>4/23/2026</a:t>
            </a:fld>
            <a:endParaRPr lang="en-US"/>
          </a:p>
        </p:txBody>
      </p:sp>
      <p:sp>
        <p:nvSpPr>
          <p:cNvPr id="5" name="Footer Placeholder 4">
            <a:extLst>
              <a:ext uri="{FF2B5EF4-FFF2-40B4-BE49-F238E27FC236}">
                <a16:creationId xmlns:a16="http://schemas.microsoft.com/office/drawing/2014/main" id="{C3D5E8BC-B192-3180-27B4-A0BD390519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7A7A533-BE8D-7F3C-1969-355E6675BD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41E5FE-5B52-4313-9ACD-E5FF33CAAEF3}" type="slidenum">
              <a:rPr lang="en-US" smtClean="0"/>
              <a:t>‹#›</a:t>
            </a:fld>
            <a:endParaRPr lang="en-US"/>
          </a:p>
        </p:txBody>
      </p:sp>
    </p:spTree>
    <p:extLst>
      <p:ext uri="{BB962C8B-B14F-4D97-AF65-F5344CB8AC3E}">
        <p14:creationId xmlns:p14="http://schemas.microsoft.com/office/powerpoint/2010/main" val="26261786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hyperlink" Target="https://github.com/cchristian01/senior-project/tree/master"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163D060-1D1F-7671-AD97-1839F6100B1E}"/>
              </a:ext>
            </a:extLst>
          </p:cNvPr>
          <p:cNvSpPr>
            <a:spLocks noGrp="1"/>
          </p:cNvSpPr>
          <p:nvPr>
            <p:ph type="ctrTitle"/>
          </p:nvPr>
        </p:nvSpPr>
        <p:spPr>
          <a:xfrm>
            <a:off x="1386865" y="818984"/>
            <a:ext cx="6596245" cy="3268520"/>
          </a:xfrm>
        </p:spPr>
        <p:txBody>
          <a:bodyPr>
            <a:normAutofit/>
          </a:bodyPr>
          <a:lstStyle/>
          <a:p>
            <a:pPr algn="r"/>
            <a:r>
              <a:rPr lang="en-US" sz="4800">
                <a:solidFill>
                  <a:srgbClr val="FFFFFF"/>
                </a:solidFill>
              </a:rPr>
              <a:t>LearnNow Interactive Learning Webpage</a:t>
            </a: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FEE32FE-F58D-7EE2-DF66-B37E262C9CE0}"/>
              </a:ext>
            </a:extLst>
          </p:cNvPr>
          <p:cNvSpPr>
            <a:spLocks noGrp="1"/>
          </p:cNvSpPr>
          <p:nvPr>
            <p:ph type="subTitle" idx="1"/>
          </p:nvPr>
        </p:nvSpPr>
        <p:spPr>
          <a:xfrm>
            <a:off x="1931874" y="4797188"/>
            <a:ext cx="6051236" cy="1241828"/>
          </a:xfrm>
        </p:spPr>
        <p:txBody>
          <a:bodyPr>
            <a:normAutofit/>
          </a:bodyPr>
          <a:lstStyle/>
          <a:p>
            <a:pPr algn="r"/>
            <a:r>
              <a:rPr lang="en-US" sz="2000" dirty="0">
                <a:solidFill>
                  <a:srgbClr val="FFFFFF"/>
                </a:solidFill>
              </a:rPr>
              <a:t>Christian Green</a:t>
            </a:r>
          </a:p>
          <a:p>
            <a:pPr algn="r"/>
            <a:r>
              <a:rPr lang="en-US" sz="2000" dirty="0">
                <a:solidFill>
                  <a:srgbClr val="FFFFFF"/>
                </a:solidFill>
              </a:rPr>
              <a:t>Computer Science (B.S.)</a:t>
            </a:r>
          </a:p>
          <a:p>
            <a:pPr algn="r"/>
            <a:r>
              <a:rPr lang="en-US" sz="2000" dirty="0">
                <a:solidFill>
                  <a:srgbClr val="FFFFFF"/>
                </a:solidFill>
              </a:rPr>
              <a:t>Prof. Henderson</a:t>
            </a: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137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D0A3141-D0BE-0BD7-6903-0AD2F00150F0}"/>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Purpose</a:t>
            </a:r>
          </a:p>
        </p:txBody>
      </p:sp>
      <p:sp>
        <p:nvSpPr>
          <p:cNvPr id="3" name="Content Placeholder 2">
            <a:extLst>
              <a:ext uri="{FF2B5EF4-FFF2-40B4-BE49-F238E27FC236}">
                <a16:creationId xmlns:a16="http://schemas.microsoft.com/office/drawing/2014/main" id="{45D6B7F2-CF78-8059-17B8-146C4B7255E9}"/>
              </a:ext>
            </a:extLst>
          </p:cNvPr>
          <p:cNvSpPr>
            <a:spLocks noGrp="1"/>
          </p:cNvSpPr>
          <p:nvPr>
            <p:ph idx="1"/>
          </p:nvPr>
        </p:nvSpPr>
        <p:spPr>
          <a:xfrm>
            <a:off x="6503158" y="649480"/>
            <a:ext cx="4862447" cy="5546047"/>
          </a:xfrm>
        </p:spPr>
        <p:txBody>
          <a:bodyPr anchor="ctr">
            <a:normAutofit/>
          </a:bodyPr>
          <a:lstStyle/>
          <a:p>
            <a:r>
              <a:rPr lang="en-US" sz="2000" dirty="0"/>
              <a:t>Learning websites are important because people always have a desire to learn but sometimes the learning environment is dull, and this dims the person’s desire to continue. </a:t>
            </a:r>
          </a:p>
          <a:p>
            <a:r>
              <a:rPr lang="en-US" sz="2000" dirty="0"/>
              <a:t>The goal of my website is to keep the learning environment interactive and competitive. This will make it entertaining and create an environment where the users want to continue to develop and learn. </a:t>
            </a:r>
          </a:p>
          <a:p>
            <a:r>
              <a:rPr lang="en-US" sz="2000" dirty="0"/>
              <a:t>I hope to assist students in learning and motivate students to practice what they learned outside of school</a:t>
            </a:r>
          </a:p>
          <a:p>
            <a:endParaRPr lang="en-US" sz="2000" dirty="0"/>
          </a:p>
        </p:txBody>
      </p:sp>
    </p:spTree>
    <p:extLst>
      <p:ext uri="{BB962C8B-B14F-4D97-AF65-F5344CB8AC3E}">
        <p14:creationId xmlns:p14="http://schemas.microsoft.com/office/powerpoint/2010/main" val="47266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DF2DC-02FD-448B-467A-B2A53A314414}"/>
              </a:ext>
            </a:extLst>
          </p:cNvPr>
          <p:cNvSpPr>
            <a:spLocks noGrp="1"/>
          </p:cNvSpPr>
          <p:nvPr>
            <p:ph type="title"/>
          </p:nvPr>
        </p:nvSpPr>
        <p:spPr/>
        <p:txBody>
          <a:bodyPr/>
          <a:lstStyle/>
          <a:p>
            <a:r>
              <a:rPr lang="en-US" dirty="0"/>
              <a:t>Research and Background</a:t>
            </a:r>
          </a:p>
        </p:txBody>
      </p:sp>
      <p:graphicFrame>
        <p:nvGraphicFramePr>
          <p:cNvPr id="5" name="Content Placeholder 2">
            <a:extLst>
              <a:ext uri="{FF2B5EF4-FFF2-40B4-BE49-F238E27FC236}">
                <a16:creationId xmlns:a16="http://schemas.microsoft.com/office/drawing/2014/main" id="{A00A74C8-3A2B-A2ED-DFB0-416109173F99}"/>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4645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DEC94-A65E-1E41-BF19-9FAA08F1D088}"/>
              </a:ext>
            </a:extLst>
          </p:cNvPr>
          <p:cNvSpPr>
            <a:spLocks noGrp="1"/>
          </p:cNvSpPr>
          <p:nvPr>
            <p:ph type="title"/>
          </p:nvPr>
        </p:nvSpPr>
        <p:spPr>
          <a:xfrm>
            <a:off x="5868557" y="1138036"/>
            <a:ext cx="5444382" cy="1402470"/>
          </a:xfrm>
        </p:spPr>
        <p:txBody>
          <a:bodyPr anchor="t">
            <a:normAutofit/>
          </a:bodyPr>
          <a:lstStyle/>
          <a:p>
            <a:r>
              <a:rPr lang="en-US" sz="3200"/>
              <a:t>Project Languages</a:t>
            </a:r>
          </a:p>
        </p:txBody>
      </p:sp>
      <p:pic>
        <p:nvPicPr>
          <p:cNvPr id="5" name="Picture 4" descr="Computer script on a screen">
            <a:extLst>
              <a:ext uri="{FF2B5EF4-FFF2-40B4-BE49-F238E27FC236}">
                <a16:creationId xmlns:a16="http://schemas.microsoft.com/office/drawing/2014/main" id="{4F8ACD36-BA57-9855-9013-39A6B06A623C}"/>
              </a:ext>
            </a:extLst>
          </p:cNvPr>
          <p:cNvPicPr>
            <a:picLocks noChangeAspect="1"/>
          </p:cNvPicPr>
          <p:nvPr/>
        </p:nvPicPr>
        <p:blipFill>
          <a:blip r:embed="rId2"/>
          <a:srcRect l="5045" r="44817" b="-1"/>
          <a:stretch>
            <a:fillRect/>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8D4B2FE-898C-F422-E56E-09924C0B8BC0}"/>
              </a:ext>
            </a:extLst>
          </p:cNvPr>
          <p:cNvSpPr>
            <a:spLocks noGrp="1"/>
          </p:cNvSpPr>
          <p:nvPr>
            <p:ph idx="1"/>
          </p:nvPr>
        </p:nvSpPr>
        <p:spPr>
          <a:xfrm>
            <a:off x="5868557" y="2551176"/>
            <a:ext cx="5444382" cy="3591207"/>
          </a:xfrm>
        </p:spPr>
        <p:txBody>
          <a:bodyPr>
            <a:normAutofit/>
          </a:bodyPr>
          <a:lstStyle/>
          <a:p>
            <a:r>
              <a:rPr lang="en-US" sz="2000"/>
              <a:t>Javascript used for the server and Node JS which is used to set up the React project environment</a:t>
            </a:r>
          </a:p>
          <a:p>
            <a:r>
              <a:rPr lang="en-US" sz="2000"/>
              <a:t>HTML for developing the webpage content and structure</a:t>
            </a:r>
          </a:p>
          <a:p>
            <a:r>
              <a:rPr lang="en-US" sz="2000"/>
              <a:t>CSS for styling the webpage with Tailwind CSS v4</a:t>
            </a:r>
          </a:p>
          <a:p>
            <a:r>
              <a:rPr lang="en-US" sz="2000"/>
              <a:t>C# for developing the game in Unity</a:t>
            </a:r>
          </a:p>
          <a:p>
            <a:r>
              <a:rPr lang="en-US" sz="2000"/>
              <a:t>React library using Vite library for development of components and webpages</a:t>
            </a:r>
          </a:p>
        </p:txBody>
      </p:sp>
    </p:spTree>
    <p:extLst>
      <p:ext uri="{BB962C8B-B14F-4D97-AF65-F5344CB8AC3E}">
        <p14:creationId xmlns:p14="http://schemas.microsoft.com/office/powerpoint/2010/main" val="600162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14865-08A1-2D6C-30AC-D105ACE3119C}"/>
              </a:ext>
            </a:extLst>
          </p:cNvPr>
          <p:cNvSpPr>
            <a:spLocks noGrp="1"/>
          </p:cNvSpPr>
          <p:nvPr>
            <p:ph type="title"/>
          </p:nvPr>
        </p:nvSpPr>
        <p:spPr/>
        <p:txBody>
          <a:bodyPr/>
          <a:lstStyle/>
          <a:p>
            <a:r>
              <a:rPr lang="en-US" dirty="0"/>
              <a:t>Project Requirements</a:t>
            </a:r>
          </a:p>
        </p:txBody>
      </p:sp>
      <p:graphicFrame>
        <p:nvGraphicFramePr>
          <p:cNvPr id="5" name="Content Placeholder 2">
            <a:extLst>
              <a:ext uri="{FF2B5EF4-FFF2-40B4-BE49-F238E27FC236}">
                <a16:creationId xmlns:a16="http://schemas.microsoft.com/office/drawing/2014/main" id="{FABED8BB-229A-003F-183A-7DBBF9A449D4}"/>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1970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E6D2D34-4BB4-460B-8844-027610FB2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F55450-B1CA-7593-ED42-CDDA15A0208D}"/>
              </a:ext>
            </a:extLst>
          </p:cNvPr>
          <p:cNvSpPr>
            <a:spLocks noGrp="1"/>
          </p:cNvSpPr>
          <p:nvPr>
            <p:ph type="title"/>
          </p:nvPr>
        </p:nvSpPr>
        <p:spPr>
          <a:xfrm>
            <a:off x="6094105" y="802955"/>
            <a:ext cx="4977976" cy="1455996"/>
          </a:xfrm>
        </p:spPr>
        <p:txBody>
          <a:bodyPr anchor="b">
            <a:normAutofit/>
          </a:bodyPr>
          <a:lstStyle/>
          <a:p>
            <a:r>
              <a:rPr lang="en-US" sz="3600">
                <a:solidFill>
                  <a:schemeClr val="tx2"/>
                </a:solidFill>
              </a:rPr>
              <a:t>Project Implementation Description</a:t>
            </a:r>
          </a:p>
        </p:txBody>
      </p:sp>
      <p:pic>
        <p:nvPicPr>
          <p:cNvPr id="7" name="Picture 6">
            <a:extLst>
              <a:ext uri="{FF2B5EF4-FFF2-40B4-BE49-F238E27FC236}">
                <a16:creationId xmlns:a16="http://schemas.microsoft.com/office/drawing/2014/main" id="{87F9DF2C-CAB6-2F60-CB0A-520130BBC4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671" y="737457"/>
            <a:ext cx="3759105" cy="2631373"/>
          </a:xfrm>
          <a:prstGeom prst="rect">
            <a:avLst/>
          </a:prstGeom>
        </p:spPr>
      </p:pic>
      <p:grpSp>
        <p:nvGrpSpPr>
          <p:cNvPr id="14" name="Group 13">
            <a:extLst>
              <a:ext uri="{FF2B5EF4-FFF2-40B4-BE49-F238E27FC236}">
                <a16:creationId xmlns:a16="http://schemas.microsoft.com/office/drawing/2014/main" id="{C5314570-9B06-4D37-8CBD-EDD67C2FA2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4155"/>
            <a:ext cx="2514948" cy="2174333"/>
            <a:chOff x="-305" y="-4155"/>
            <a:chExt cx="2514948" cy="2174333"/>
          </a:xfrm>
        </p:grpSpPr>
        <p:sp>
          <p:nvSpPr>
            <p:cNvPr id="15" name="Freeform: Shape 14">
              <a:extLst>
                <a:ext uri="{FF2B5EF4-FFF2-40B4-BE49-F238E27FC236}">
                  <a16:creationId xmlns:a16="http://schemas.microsoft.com/office/drawing/2014/main" id="{A204F55B-358D-4FB5-9979-6724C64154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C4F77C62-9DDF-48D3-A074-159A32767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EB07022-F30B-49CA-B1DD-A826815C4A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8" name="Freeform: Shape 17">
              <a:extLst>
                <a:ext uri="{FF2B5EF4-FFF2-40B4-BE49-F238E27FC236}">
                  <a16:creationId xmlns:a16="http://schemas.microsoft.com/office/drawing/2014/main" id="{F7C47E16-167C-48BF-9FC9-08787D3489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a:extLst>
              <a:ext uri="{FF2B5EF4-FFF2-40B4-BE49-F238E27FC236}">
                <a16:creationId xmlns:a16="http://schemas.microsoft.com/office/drawing/2014/main" id="{7B618FB4-9A79-BD8D-32C5-B3354247BF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672" y="3462198"/>
            <a:ext cx="3759105" cy="2405826"/>
          </a:xfrm>
          <a:prstGeom prst="rect">
            <a:avLst/>
          </a:prstGeom>
        </p:spPr>
      </p:pic>
      <p:sp>
        <p:nvSpPr>
          <p:cNvPr id="3" name="Content Placeholder 2">
            <a:extLst>
              <a:ext uri="{FF2B5EF4-FFF2-40B4-BE49-F238E27FC236}">
                <a16:creationId xmlns:a16="http://schemas.microsoft.com/office/drawing/2014/main" id="{F1BEE5F3-7A18-66B3-F6B0-0AEE752542A8}"/>
              </a:ext>
            </a:extLst>
          </p:cNvPr>
          <p:cNvSpPr>
            <a:spLocks noGrp="1"/>
          </p:cNvSpPr>
          <p:nvPr>
            <p:ph idx="1"/>
          </p:nvPr>
        </p:nvSpPr>
        <p:spPr>
          <a:xfrm>
            <a:off x="6090574" y="2421682"/>
            <a:ext cx="4977578" cy="3639289"/>
          </a:xfrm>
        </p:spPr>
        <p:txBody>
          <a:bodyPr anchor="ctr">
            <a:normAutofit/>
          </a:bodyPr>
          <a:lstStyle/>
          <a:p>
            <a:pPr marL="0" indent="0">
              <a:buNone/>
            </a:pPr>
            <a:endParaRPr lang="en-US" sz="900" dirty="0">
              <a:solidFill>
                <a:schemeClr val="tx2"/>
              </a:solidFill>
              <a:hlinkClick r:id="rId4"/>
            </a:endParaRPr>
          </a:p>
          <a:p>
            <a:r>
              <a:rPr lang="en-US" sz="1400" dirty="0">
                <a:solidFill>
                  <a:schemeClr val="tx2"/>
                </a:solidFill>
              </a:rPr>
              <a:t>The website has a simple design with links to leaderboard, score, chat, and settings up top</a:t>
            </a:r>
          </a:p>
          <a:p>
            <a:r>
              <a:rPr lang="en-US" sz="1400" dirty="0">
                <a:solidFill>
                  <a:schemeClr val="tx2"/>
                </a:solidFill>
              </a:rPr>
              <a:t>The website displays the user’s username after they logged in as well as a logout button</a:t>
            </a:r>
          </a:p>
          <a:p>
            <a:r>
              <a:rPr lang="en-US" sz="1400" dirty="0">
                <a:solidFill>
                  <a:schemeClr val="tx2"/>
                </a:solidFill>
              </a:rPr>
              <a:t>They will see the learning paths available displayed in cards and can select one and then a subject before starting a lesson</a:t>
            </a:r>
          </a:p>
          <a:p>
            <a:r>
              <a:rPr lang="en-US" sz="1400" dirty="0">
                <a:solidFill>
                  <a:schemeClr val="tx2"/>
                </a:solidFill>
                <a:hlinkClick r:id="rId4"/>
              </a:rPr>
              <a:t>cchristian01/senior-project at master</a:t>
            </a:r>
            <a:endParaRPr lang="en-US" sz="1400" dirty="0">
              <a:solidFill>
                <a:schemeClr val="tx2"/>
              </a:solidFill>
            </a:endParaRPr>
          </a:p>
          <a:p>
            <a:endParaRPr lang="en-US" sz="900" dirty="0">
              <a:solidFill>
                <a:schemeClr val="tx2"/>
              </a:solidFill>
            </a:endParaRPr>
          </a:p>
        </p:txBody>
      </p:sp>
    </p:spTree>
    <p:extLst>
      <p:ext uri="{BB962C8B-B14F-4D97-AF65-F5344CB8AC3E}">
        <p14:creationId xmlns:p14="http://schemas.microsoft.com/office/powerpoint/2010/main" val="3792102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61AD1BE-BEB2-77C9-336C-EBF491686298}"/>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Test Plan</a:t>
            </a:r>
          </a:p>
        </p:txBody>
      </p:sp>
      <p:sp>
        <p:nvSpPr>
          <p:cNvPr id="3" name="Content Placeholder 2">
            <a:extLst>
              <a:ext uri="{FF2B5EF4-FFF2-40B4-BE49-F238E27FC236}">
                <a16:creationId xmlns:a16="http://schemas.microsoft.com/office/drawing/2014/main" id="{83C009A1-6240-86B6-2A8E-D284042D60E7}"/>
              </a:ext>
            </a:extLst>
          </p:cNvPr>
          <p:cNvSpPr>
            <a:spLocks noGrp="1"/>
          </p:cNvSpPr>
          <p:nvPr>
            <p:ph idx="1"/>
          </p:nvPr>
        </p:nvSpPr>
        <p:spPr>
          <a:xfrm>
            <a:off x="6503158" y="586855"/>
            <a:ext cx="4862447" cy="5844090"/>
          </a:xfrm>
        </p:spPr>
        <p:txBody>
          <a:bodyPr anchor="ctr">
            <a:normAutofit/>
          </a:bodyPr>
          <a:lstStyle/>
          <a:p>
            <a:r>
              <a:rPr lang="en-US" sz="1200" dirty="0"/>
              <a:t>Test all features of website with students in elementary school</a:t>
            </a:r>
          </a:p>
          <a:p>
            <a:r>
              <a:rPr lang="en-US" sz="1200" dirty="0"/>
              <a:t>Have the students give their honest feedback on the websites usability and how likely they would be to use it for both entertainment and to practice what they learned</a:t>
            </a:r>
          </a:p>
          <a:p>
            <a:r>
              <a:rPr lang="en-US" sz="1200" dirty="0"/>
              <a:t>Ask students to give honest feedback on how engaging the game is and is it effective and helping them practice what they learned in school</a:t>
            </a:r>
          </a:p>
          <a:p>
            <a:r>
              <a:rPr lang="en-US" sz="1200" dirty="0"/>
              <a:t>Ask a variety of questions, open-ended, yes or no, and quantitative questions to get informative feedback</a:t>
            </a:r>
          </a:p>
          <a:p>
            <a:r>
              <a:rPr lang="en-US" sz="1200" dirty="0"/>
              <a:t>Questions</a:t>
            </a:r>
          </a:p>
          <a:p>
            <a:r>
              <a:rPr lang="en-US" sz="1200" dirty="0"/>
              <a:t>Is this website easy to use and move around on? </a:t>
            </a:r>
          </a:p>
          <a:p>
            <a:r>
              <a:rPr lang="en-US" sz="1200" dirty="0"/>
              <a:t>What is one thing you would change or add to make this website better? </a:t>
            </a:r>
          </a:p>
          <a:p>
            <a:r>
              <a:rPr lang="en-US" sz="1200" dirty="0"/>
              <a:t>Do you think the game is fun and helps you practice what you learned in school ? </a:t>
            </a:r>
          </a:p>
          <a:p>
            <a:r>
              <a:rPr lang="en-US" sz="1200" dirty="0"/>
              <a:t>Do you think this website can help you practice what you learned in school? If not, how can it be better? </a:t>
            </a:r>
          </a:p>
          <a:p>
            <a:r>
              <a:rPr lang="en-US" sz="1200" dirty="0"/>
              <a:t>Do you like seeing your score right away and seeing other people’s scores? </a:t>
            </a:r>
          </a:p>
          <a:p>
            <a:r>
              <a:rPr lang="en-US" sz="1200" dirty="0"/>
              <a:t>Do you like being able to chat with other users and change the screen from light to dark? </a:t>
            </a:r>
          </a:p>
          <a:p>
            <a:r>
              <a:rPr lang="en-US" sz="1200" dirty="0"/>
              <a:t>On a scale from 1 to 10, how likely are you to use this website on your own for learning or fun?</a:t>
            </a:r>
          </a:p>
          <a:p>
            <a:r>
              <a:rPr lang="en-US" sz="1200" dirty="0"/>
              <a:t>On a scale from 1 to 10, how likely are you to use this website if your friends were using it too?</a:t>
            </a:r>
          </a:p>
          <a:p>
            <a:pPr lvl="1"/>
            <a:endParaRPr lang="en-US" sz="1100" dirty="0"/>
          </a:p>
          <a:p>
            <a:endParaRPr lang="en-US" sz="1100" dirty="0"/>
          </a:p>
        </p:txBody>
      </p:sp>
    </p:spTree>
    <p:extLst>
      <p:ext uri="{BB962C8B-B14F-4D97-AF65-F5344CB8AC3E}">
        <p14:creationId xmlns:p14="http://schemas.microsoft.com/office/powerpoint/2010/main" val="1257584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6505E-D84D-AAE3-D542-0A6F474CCF1A}"/>
              </a:ext>
            </a:extLst>
          </p:cNvPr>
          <p:cNvSpPr>
            <a:spLocks noGrp="1"/>
          </p:cNvSpPr>
          <p:nvPr>
            <p:ph type="title"/>
          </p:nvPr>
        </p:nvSpPr>
        <p:spPr/>
        <p:txBody>
          <a:bodyPr/>
          <a:lstStyle/>
          <a:p>
            <a:r>
              <a:rPr lang="en-US" dirty="0"/>
              <a:t>Test Results</a:t>
            </a:r>
          </a:p>
        </p:txBody>
      </p:sp>
      <p:graphicFrame>
        <p:nvGraphicFramePr>
          <p:cNvPr id="5" name="Content Placeholder 2">
            <a:extLst>
              <a:ext uri="{FF2B5EF4-FFF2-40B4-BE49-F238E27FC236}">
                <a16:creationId xmlns:a16="http://schemas.microsoft.com/office/drawing/2014/main" id="{E97B79DA-6390-0D21-FA4B-2F6179345C04}"/>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0828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40F4CE-9E49-F00E-5898-B109FD27EB7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223943-5A04-D4D2-0BAB-3AC7755AD3C5}"/>
              </a:ext>
            </a:extLst>
          </p:cNvPr>
          <p:cNvSpPr>
            <a:spLocks noGrp="1"/>
          </p:cNvSpPr>
          <p:nvPr>
            <p:ph type="title"/>
          </p:nvPr>
        </p:nvSpPr>
        <p:spPr>
          <a:xfrm>
            <a:off x="630936" y="639520"/>
            <a:ext cx="3429000" cy="1719072"/>
          </a:xfrm>
        </p:spPr>
        <p:txBody>
          <a:bodyPr anchor="b">
            <a:normAutofit/>
          </a:bodyPr>
          <a:lstStyle/>
          <a:p>
            <a:r>
              <a:rPr lang="en-US" sz="5400"/>
              <a:t>Test Results</a:t>
            </a:r>
          </a:p>
        </p:txBody>
      </p:sp>
      <p:sp>
        <p:nvSpPr>
          <p:cNvPr id="2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C1B184B-E06C-43BC-8EE4-6E885E14A029}"/>
              </a:ext>
            </a:extLst>
          </p:cNvPr>
          <p:cNvSpPr>
            <a:spLocks noGrp="1"/>
          </p:cNvSpPr>
          <p:nvPr>
            <p:ph idx="1"/>
          </p:nvPr>
        </p:nvSpPr>
        <p:spPr>
          <a:xfrm>
            <a:off x="630936" y="2807208"/>
            <a:ext cx="3429000" cy="3410712"/>
          </a:xfrm>
        </p:spPr>
        <p:txBody>
          <a:bodyPr anchor="t">
            <a:normAutofit/>
          </a:bodyPr>
          <a:lstStyle/>
          <a:p>
            <a:r>
              <a:rPr lang="en-US" sz="2200"/>
              <a:t>Quantitative Feedback From Students</a:t>
            </a:r>
          </a:p>
          <a:p>
            <a:endParaRPr lang="en-US" sz="2200"/>
          </a:p>
        </p:txBody>
      </p:sp>
      <p:pic>
        <p:nvPicPr>
          <p:cNvPr id="5" name="Picture 4">
            <a:extLst>
              <a:ext uri="{FF2B5EF4-FFF2-40B4-BE49-F238E27FC236}">
                <a16:creationId xmlns:a16="http://schemas.microsoft.com/office/drawing/2014/main" id="{E0DC1B0A-797F-C65D-98AF-6DC3EEE9DA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1366514"/>
            <a:ext cx="6903720" cy="4124972"/>
          </a:xfrm>
          <a:prstGeom prst="rect">
            <a:avLst/>
          </a:prstGeom>
        </p:spPr>
      </p:pic>
    </p:spTree>
    <p:extLst>
      <p:ext uri="{BB962C8B-B14F-4D97-AF65-F5344CB8AC3E}">
        <p14:creationId xmlns:p14="http://schemas.microsoft.com/office/powerpoint/2010/main" val="1942650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47C038-5E43-32BE-63D0-92C63815E754}"/>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C3DA032-35AF-E659-95A6-D5B2D2BC282E}"/>
              </a:ext>
            </a:extLst>
          </p:cNvPr>
          <p:cNvPicPr>
            <a:picLocks noChangeAspect="1"/>
          </p:cNvPicPr>
          <p:nvPr/>
        </p:nvPicPr>
        <p:blipFill>
          <a:blip r:embed="rId2"/>
          <a:srcRect l="24737" r="22802"/>
          <a:stretch>
            <a:fillRect/>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587397-8E81-D005-3FF7-F2B8050E4B5C}"/>
              </a:ext>
            </a:extLst>
          </p:cNvPr>
          <p:cNvSpPr>
            <a:spLocks noGrp="1"/>
          </p:cNvSpPr>
          <p:nvPr>
            <p:ph type="title"/>
          </p:nvPr>
        </p:nvSpPr>
        <p:spPr>
          <a:xfrm>
            <a:off x="6115317" y="405685"/>
            <a:ext cx="5464968" cy="1559301"/>
          </a:xfrm>
        </p:spPr>
        <p:txBody>
          <a:bodyPr>
            <a:normAutofit/>
          </a:bodyPr>
          <a:lstStyle/>
          <a:p>
            <a:r>
              <a:rPr lang="en-US" sz="4000"/>
              <a:t>Test Results</a:t>
            </a:r>
          </a:p>
        </p:txBody>
      </p:sp>
      <p:sp>
        <p:nvSpPr>
          <p:cNvPr id="3" name="Content Placeholder 2">
            <a:extLst>
              <a:ext uri="{FF2B5EF4-FFF2-40B4-BE49-F238E27FC236}">
                <a16:creationId xmlns:a16="http://schemas.microsoft.com/office/drawing/2014/main" id="{B2EA6DC9-6BCE-38E3-2293-AD45B33097FD}"/>
              </a:ext>
            </a:extLst>
          </p:cNvPr>
          <p:cNvSpPr>
            <a:spLocks noGrp="1"/>
          </p:cNvSpPr>
          <p:nvPr>
            <p:ph idx="1"/>
          </p:nvPr>
        </p:nvSpPr>
        <p:spPr>
          <a:xfrm>
            <a:off x="6115317" y="2743200"/>
            <a:ext cx="5247340" cy="3496878"/>
          </a:xfrm>
        </p:spPr>
        <p:txBody>
          <a:bodyPr anchor="ctr">
            <a:normAutofit/>
          </a:bodyPr>
          <a:lstStyle/>
          <a:p>
            <a:pPr marL="0" indent="0">
              <a:buNone/>
            </a:pPr>
            <a:endParaRPr lang="en-US" sz="2000"/>
          </a:p>
          <a:p>
            <a:r>
              <a:rPr lang="en-US" sz="2000"/>
              <a:t>Open Ended Feedback from Students</a:t>
            </a:r>
          </a:p>
          <a:p>
            <a:pPr lvl="1"/>
            <a:r>
              <a:rPr lang="en-US" sz="2000"/>
              <a:t>Add more games</a:t>
            </a:r>
          </a:p>
          <a:p>
            <a:pPr lvl="1"/>
            <a:r>
              <a:rPr lang="en-US" sz="2000"/>
              <a:t>Change the button to jump in the game</a:t>
            </a:r>
          </a:p>
          <a:p>
            <a:pPr lvl="1"/>
            <a:r>
              <a:rPr lang="en-US" sz="2000"/>
              <a:t>Add more fun designs</a:t>
            </a:r>
          </a:p>
          <a:p>
            <a:pPr lvl="1"/>
            <a:r>
              <a:rPr lang="en-US" sz="2000"/>
              <a:t>Add more subjects to existing learning paths</a:t>
            </a:r>
          </a:p>
          <a:p>
            <a:pPr lvl="1"/>
            <a:r>
              <a:rPr lang="en-US" sz="2000"/>
              <a:t>Add music and add more learning paths like middle school</a:t>
            </a:r>
          </a:p>
          <a:p>
            <a:endParaRPr lang="en-US" sz="2000"/>
          </a:p>
        </p:txBody>
      </p:sp>
    </p:spTree>
    <p:extLst>
      <p:ext uri="{BB962C8B-B14F-4D97-AF65-F5344CB8AC3E}">
        <p14:creationId xmlns:p14="http://schemas.microsoft.com/office/powerpoint/2010/main" val="3691826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92B608-1549-62C2-55B5-35F24B44E5FC}"/>
              </a:ext>
            </a:extLst>
          </p:cNvPr>
          <p:cNvSpPr>
            <a:spLocks noGrp="1"/>
          </p:cNvSpPr>
          <p:nvPr>
            <p:ph type="title"/>
          </p:nvPr>
        </p:nvSpPr>
        <p:spPr>
          <a:xfrm>
            <a:off x="761803" y="350196"/>
            <a:ext cx="4646904" cy="1624520"/>
          </a:xfrm>
        </p:spPr>
        <p:txBody>
          <a:bodyPr anchor="ctr">
            <a:normAutofit/>
          </a:bodyPr>
          <a:lstStyle/>
          <a:p>
            <a:r>
              <a:rPr lang="en-US" sz="4000"/>
              <a:t>Challenges Overcome</a:t>
            </a:r>
          </a:p>
        </p:txBody>
      </p:sp>
      <p:sp>
        <p:nvSpPr>
          <p:cNvPr id="3" name="Content Placeholder 2">
            <a:extLst>
              <a:ext uri="{FF2B5EF4-FFF2-40B4-BE49-F238E27FC236}">
                <a16:creationId xmlns:a16="http://schemas.microsoft.com/office/drawing/2014/main" id="{D2D506FE-6EF8-EAA6-BAB0-F9B54C54EC8E}"/>
              </a:ext>
            </a:extLst>
          </p:cNvPr>
          <p:cNvSpPr>
            <a:spLocks noGrp="1"/>
          </p:cNvSpPr>
          <p:nvPr>
            <p:ph idx="1"/>
          </p:nvPr>
        </p:nvSpPr>
        <p:spPr>
          <a:xfrm>
            <a:off x="761802" y="2743200"/>
            <a:ext cx="4646905" cy="3613149"/>
          </a:xfrm>
        </p:spPr>
        <p:txBody>
          <a:bodyPr anchor="ctr">
            <a:normAutofit/>
          </a:bodyPr>
          <a:lstStyle/>
          <a:p>
            <a:r>
              <a:rPr lang="en-US" sz="2000"/>
              <a:t>Time Constraints</a:t>
            </a:r>
          </a:p>
          <a:p>
            <a:r>
              <a:rPr lang="en-US" sz="2000"/>
              <a:t>Balancing schoolwork, having a job, and developing project</a:t>
            </a:r>
          </a:p>
          <a:p>
            <a:r>
              <a:rPr lang="en-US" sz="2000"/>
              <a:t>Debugging issues with React website rendering and server</a:t>
            </a:r>
          </a:p>
          <a:p>
            <a:r>
              <a:rPr lang="en-US" sz="2000"/>
              <a:t>Developing Dark Mode feature</a:t>
            </a:r>
          </a:p>
          <a:p>
            <a:r>
              <a:rPr lang="en-US" sz="2000"/>
              <a:t>Fixing the chat</a:t>
            </a:r>
          </a:p>
          <a:p>
            <a:r>
              <a:rPr lang="en-US" sz="2000"/>
              <a:t>Learning how React works to better identify problems</a:t>
            </a:r>
          </a:p>
          <a:p>
            <a:r>
              <a:rPr lang="en-US" sz="2000"/>
              <a:t>Integrating the game onto the website</a:t>
            </a:r>
          </a:p>
          <a:p>
            <a:endParaRPr lang="en-US" sz="2000"/>
          </a:p>
        </p:txBody>
      </p:sp>
      <p:pic>
        <p:nvPicPr>
          <p:cNvPr id="5" name="Picture 4" descr="A 3D pattern of ring shapes connected by lines">
            <a:extLst>
              <a:ext uri="{FF2B5EF4-FFF2-40B4-BE49-F238E27FC236}">
                <a16:creationId xmlns:a16="http://schemas.microsoft.com/office/drawing/2014/main" id="{A7AAF6ED-6ECD-74A1-5FEE-FF47E37EA9D0}"/>
              </a:ext>
            </a:extLst>
          </p:cNvPr>
          <p:cNvPicPr>
            <a:picLocks noChangeAspect="1"/>
          </p:cNvPicPr>
          <p:nvPr/>
        </p:nvPicPr>
        <p:blipFill>
          <a:blip r:embed="rId2"/>
          <a:srcRect l="8611" r="41333"/>
          <a:stretch>
            <a:fillRect/>
          </a:stretch>
        </p:blipFill>
        <p:spPr>
          <a:xfrm>
            <a:off x="6096000" y="1"/>
            <a:ext cx="6102825" cy="6858000"/>
          </a:xfrm>
          <a:prstGeom prst="rect">
            <a:avLst/>
          </a:prstGeom>
        </p:spPr>
      </p:pic>
    </p:spTree>
    <p:extLst>
      <p:ext uri="{BB962C8B-B14F-4D97-AF65-F5344CB8AC3E}">
        <p14:creationId xmlns:p14="http://schemas.microsoft.com/office/powerpoint/2010/main" val="3926493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ulti-colored dialogue boxes">
            <a:extLst>
              <a:ext uri="{FF2B5EF4-FFF2-40B4-BE49-F238E27FC236}">
                <a16:creationId xmlns:a16="http://schemas.microsoft.com/office/drawing/2014/main" id="{37909862-7C78-55A4-4866-F93AB775CC2A}"/>
              </a:ext>
            </a:extLst>
          </p:cNvPr>
          <p:cNvPicPr>
            <a:picLocks noChangeAspect="1"/>
          </p:cNvPicPr>
          <p:nvPr/>
        </p:nvPicPr>
        <p:blipFill>
          <a:blip r:embed="rId2"/>
          <a:srcRect l="17379" r="21483" b="2"/>
          <a:stretch>
            <a:fillRect/>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47142-8BCF-8E57-B751-3A6067FB62A8}"/>
              </a:ext>
            </a:extLst>
          </p:cNvPr>
          <p:cNvSpPr>
            <a:spLocks noGrp="1"/>
          </p:cNvSpPr>
          <p:nvPr>
            <p:ph type="title"/>
          </p:nvPr>
        </p:nvSpPr>
        <p:spPr>
          <a:xfrm>
            <a:off x="6115317" y="405685"/>
            <a:ext cx="5464968" cy="1559301"/>
          </a:xfrm>
        </p:spPr>
        <p:txBody>
          <a:bodyPr>
            <a:normAutofit/>
          </a:bodyPr>
          <a:lstStyle/>
          <a:p>
            <a:r>
              <a:rPr lang="en-US" sz="4000"/>
              <a:t>Future Enhancements</a:t>
            </a:r>
          </a:p>
        </p:txBody>
      </p:sp>
      <p:sp>
        <p:nvSpPr>
          <p:cNvPr id="3" name="Content Placeholder 2">
            <a:extLst>
              <a:ext uri="{FF2B5EF4-FFF2-40B4-BE49-F238E27FC236}">
                <a16:creationId xmlns:a16="http://schemas.microsoft.com/office/drawing/2014/main" id="{BF54E5C0-4329-5F14-F9B1-773A5215878B}"/>
              </a:ext>
            </a:extLst>
          </p:cNvPr>
          <p:cNvSpPr>
            <a:spLocks noGrp="1"/>
          </p:cNvSpPr>
          <p:nvPr>
            <p:ph idx="1"/>
          </p:nvPr>
        </p:nvSpPr>
        <p:spPr>
          <a:xfrm>
            <a:off x="6115317" y="2743200"/>
            <a:ext cx="5247340" cy="3496878"/>
          </a:xfrm>
        </p:spPr>
        <p:txBody>
          <a:bodyPr anchor="ctr">
            <a:normAutofit/>
          </a:bodyPr>
          <a:lstStyle/>
          <a:p>
            <a:r>
              <a:rPr lang="en-US" sz="1900"/>
              <a:t>Add more games</a:t>
            </a:r>
          </a:p>
          <a:p>
            <a:r>
              <a:rPr lang="en-US" sz="1900"/>
              <a:t>Add more learning paths</a:t>
            </a:r>
          </a:p>
          <a:p>
            <a:r>
              <a:rPr lang="en-US" sz="1900"/>
              <a:t>Add designs to website</a:t>
            </a:r>
          </a:p>
          <a:p>
            <a:r>
              <a:rPr lang="en-US" sz="1900"/>
              <a:t>Make each subject’s lesson more interactive by adding animations and videos; Should also use AI to assist in generating new random examples to further explain topic instead of just plain text</a:t>
            </a:r>
          </a:p>
          <a:p>
            <a:r>
              <a:rPr lang="en-US" sz="1900"/>
              <a:t>Allow users to have saved chats where they can delete messages and send other media besides text</a:t>
            </a:r>
          </a:p>
        </p:txBody>
      </p:sp>
    </p:spTree>
    <p:extLst>
      <p:ext uri="{BB962C8B-B14F-4D97-AF65-F5344CB8AC3E}">
        <p14:creationId xmlns:p14="http://schemas.microsoft.com/office/powerpoint/2010/main" val="37722980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1368</TotalTime>
  <Words>797</Words>
  <Application>Microsoft Office PowerPoint</Application>
  <PresentationFormat>Widescreen</PresentationFormat>
  <Paragraphs>81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LearnNow Interactive Learning Webpage</vt:lpstr>
      <vt:lpstr>Purpose</vt:lpstr>
      <vt:lpstr>Research and Background</vt:lpstr>
      <vt:lpstr>Project Languages</vt:lpstr>
      <vt:lpstr>Project Requirements</vt:lpstr>
      <vt:lpstr>Project Implementation Description</vt:lpstr>
      <vt:lpstr>Test Plan</vt:lpstr>
      <vt:lpstr>Test Results</vt:lpstr>
      <vt:lpstr>Test Results</vt:lpstr>
      <vt:lpstr>Test Results</vt:lpstr>
      <vt:lpstr>Challenges Overcome</vt:lpstr>
      <vt:lpstr>Future Enhancements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Green, Christian</dc:creator>
  <cp:lastModifiedBy>Green, Christian</cp:lastModifiedBy>
  <cp:revision>8</cp:revision>
  <cp:lastPrinted>2026-04-23T16:35:55Z</cp:lastPrinted>
  <dcterms:created xsi:type="dcterms:W3CDTF">2026-04-21T17:35:10Z</dcterms:created>
  <dcterms:modified xsi:type="dcterms:W3CDTF">2026-04-24T03:54:16Z</dcterms:modified>
</cp:coreProperties>
</file>